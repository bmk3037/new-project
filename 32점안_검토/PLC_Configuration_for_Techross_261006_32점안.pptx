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125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54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ETH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2" name="MCC 사진 주석"/>
          <p:cNvSpPr txBox="1"/>
          <p:nvPr/>
        </p:nvSpPr>
        <p:spPr>
          <a:xfrm>
            <a:off x="2550000" y="2337591"/>
            <a:ext cx="61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E2F0D9"/>
                </a:solidFill>
              </a:rPr>
              <a:t>※ 32점안: TM3DI32K × 2 + TM3DI16 + TM3DQ32TK — I/O 모듈 6개, 버스 확장 불필요</a:t>
            </a:r>
          </a:p>
          <a:p>
            <a:pPr algn="l"/>
            <a:r>
              <a:rPr sz="900" b="0">
                <a:solidFill>
                  <a:srgbClr val="E2F0D9"/>
                </a:solidFill>
              </a:rPr>
              <a:t>※ 합계 DI 104 / DO 56 / AO 4  ·  32점 모듈 결선: XTB20 단자대 + HE10 케이블 × 3세트 (포함)</a:t>
            </a:r>
          </a:p>
        </p:txBody>
      </p:sp>
      <p:graphicFrame>
        <p:nvGraphicFramePr>
          <p:cNvPr id="11" name="MCC 구성표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2930000"/>
          <a:ext cx="6884132" cy="170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4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0">
                          <a:solidFill>
                            <a:srgbClr val="1F1F1F"/>
                          </a:solidFill>
                        </a:rPr>
                        <a:t>TM241CE40T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TM3DI32K × 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64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TM3DI16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TM3DQ32TK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32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0">
                          <a:solidFill>
                            <a:srgbClr val="1F1F1F"/>
                          </a:solidFill>
                        </a:rPr>
                        <a:t>TM3DQ8T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TM3AQ4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585141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3" name="MCC 변경 표시"/>
          <p:cNvSpPr/>
          <p:nvPr/>
        </p:nvSpPr>
        <p:spPr>
          <a:xfrm>
            <a:off x="1350000" y="440000"/>
            <a:ext cx="5600000" cy="270000"/>
          </a:xfrm>
          <a:prstGeom prst="rect">
            <a:avLst/>
          </a:prstGeom>
          <a:solidFill>
            <a:srgbClr val="FF0000"/>
          </a:solidFill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32점안: TM3DI32K × 2 + TM3DQ32TK 적용 — 모듈 9 → 6개, 버스 확장 불필요</a:t>
            </a:r>
          </a:p>
        </p:txBody>
      </p:sp>
      <p:pic>
        <p:nvPicPr>
          <p:cNvPr id="24" name="MCC 구성 사진" descr="mcc32b_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0000" y="1031240"/>
            <a:ext cx="5208484" cy="128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TM3DI32K × 2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TM3DI16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TM3DQ32TK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33.5 × 81.3 × 90 (×3)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27.4 × 84.6 × 90 (×2)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1.257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1,455,000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80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sz="8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700000" y="560000"/>
            <a:ext cx="51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수정 내용  ·  MCC: 32점 모듈안  ·  제안 가격: 1대, VAT 별도, 2027년 기준  ·  치수·무게: 데이터시트 기준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
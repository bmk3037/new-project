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  <p:sldMasterId id="2147484352" r:id="rId5"/>
    <p:sldMasterId id="2147484378" r:id="rId6"/>
    <p:sldMasterId id="2147484404" r:id="rId7"/>
  </p:sldMasterIdLst>
  <p:notesMasterIdLst>
    <p:notesMasterId r:id="rId17"/>
  </p:notesMasterIdLst>
  <p:handoutMasterIdLst>
    <p:handoutMasterId r:id="rId18"/>
  </p:handoutMasterIdLst>
  <p:sldIdLst>
    <p:sldId id="429" r:id="rId8"/>
    <p:sldId id="422" r:id="rId9"/>
    <p:sldId id="366" r:id="rId10"/>
    <p:sldId id="425" r:id="rId11"/>
    <p:sldId id="426" r:id="rId12"/>
    <p:sldId id="427" r:id="rId13"/>
    <p:sldId id="428" r:id="rId14"/>
    <p:sldId id="424" r:id="rId15"/>
    <p:sldId id="361" r:id="rId16"/>
  </p:sldIdLst>
  <p:sldSz cx="9144000" cy="5143500" type="screen16x9"/>
  <p:notesSz cx="7099300" cy="10234613"/>
  <p:defaultTextStyle>
    <a:defPPr>
      <a:defRPr lang="en-US"/>
    </a:defPPr>
    <a:lvl1pPr marL="0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1BBB43-D7E8-165D-6752-137C0A99B0BD}" name="Kayla Franey" initials="KF" userId="S::sesa750313@se.com::d3e436af-7e18-4265-9a8a-da8154df74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530"/>
    <a:srgbClr val="000000"/>
    <a:srgbClr val="3DCD58"/>
    <a:srgbClr val="36C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58"/>
  </p:normalViewPr>
  <p:slideViewPr>
    <p:cSldViewPr snapToGrid="0">
      <p:cViewPr varScale="1">
        <p:scale>
          <a:sx n="146" d="100"/>
          <a:sy n="146" d="100"/>
        </p:scale>
        <p:origin x="79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40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7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6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7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8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9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0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6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7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8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9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0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1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12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13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14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15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6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7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hyperlink" Target="https://www.se.com/ww/en/" TargetMode="External"/><Relationship Id="rId5" Type="http://schemas.openxmlformats.org/officeDocument/2006/relationships/hyperlink" Target="https://www.facebook.com/SchneiderElectric" TargetMode="External"/><Relationship Id="rId6" Type="http://schemas.openxmlformats.org/officeDocument/2006/relationships/image" Target="../media/image22.svg"/><Relationship Id="rId7" Type="http://schemas.openxmlformats.org/officeDocument/2006/relationships/hyperlink" Target="https://www.linkedin.com/company/schneider-electric/" TargetMode="External"/><Relationship Id="rId8" Type="http://schemas.openxmlformats.org/officeDocument/2006/relationships/image" Target="../media/image23.svg"/><Relationship Id="rId9" Type="http://schemas.openxmlformats.org/officeDocument/2006/relationships/hyperlink" Target="https://www.youtube.com/user/SchneiderCorporate" TargetMode="External"/><Relationship Id="rId10" Type="http://schemas.openxmlformats.org/officeDocument/2006/relationships/image" Target="../media/image24.svg"/><Relationship Id="rId11" Type="http://schemas.openxmlformats.org/officeDocument/2006/relationships/hyperlink" Target="https://twitter.com/SchneiderElec" TargetMode="External"/><Relationship Id="rId12" Type="http://schemas.openxmlformats.org/officeDocument/2006/relationships/image" Target="../media/image25.svg"/><Relationship Id="rId13" Type="http://schemas.openxmlformats.org/officeDocument/2006/relationships/hyperlink" Target="https://www.instagram.com/schneiderelectric/" TargetMode="External"/><Relationship Id="rId14" Type="http://schemas.openxmlformats.org/officeDocument/2006/relationships/image" Target="../media/image26.svg"/><Relationship Id="rId15" Type="http://schemas.openxmlformats.org/officeDocument/2006/relationships/hyperlink" Target="https://blog.se.com/" TargetMode="External"/><Relationship Id="rId16" Type="http://schemas.openxmlformats.org/officeDocument/2006/relationships/image" Target="../media/image2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0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627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85392"/>
            <a:ext cx="4114803" cy="86042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99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9CEA2E0-4DBC-179F-0380-8694C018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6594768" y="4687803"/>
            <a:chExt cx="975015" cy="289704"/>
          </a:xfrm>
          <a:solidFill>
            <a:schemeClr val="bg1"/>
          </a:solidFill>
        </p:grpSpPr>
        <p:grpSp>
          <p:nvGrpSpPr>
            <p:cNvPr id="63" name="Picture 8">
              <a:extLst>
                <a:ext uri="{FF2B5EF4-FFF2-40B4-BE49-F238E27FC236}">
                  <a16:creationId xmlns:a16="http://schemas.microsoft.com/office/drawing/2014/main" id="{43529853-30DE-8788-1D13-4CB65DC8F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20588" y="4863773"/>
              <a:ext cx="523815" cy="90931"/>
              <a:chOff x="7020588" y="4863773"/>
              <a:chExt cx="523815" cy="90931"/>
            </a:xfrm>
            <a:grpFill/>
          </p:grpSpPr>
          <p:grpSp>
            <p:nvGrpSpPr>
              <p:cNvPr id="70" name="Picture 8">
                <a:extLst>
                  <a:ext uri="{FF2B5EF4-FFF2-40B4-BE49-F238E27FC236}">
                    <a16:creationId xmlns:a16="http://schemas.microsoft.com/office/drawing/2014/main" id="{26357552-D5FD-B6AA-EF3F-8E58DEDA6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020588" y="4863773"/>
                <a:ext cx="523815" cy="90931"/>
                <a:chOff x="7020588" y="4863773"/>
                <a:chExt cx="523815" cy="90931"/>
              </a:xfrm>
              <a:grpFill/>
            </p:grpSpPr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6E6C988F-9FB1-11F4-F7DE-0AF324DB0EBD}"/>
                    </a:ext>
                  </a:extLst>
                </p:cNvPr>
                <p:cNvSpPr/>
                <p:nvPr/>
              </p:nvSpPr>
              <p:spPr>
                <a:xfrm>
                  <a:off x="7020588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CDBA08E-03F8-8628-1FDD-C15DB21CA4BC}"/>
                    </a:ext>
                  </a:extLst>
                </p:cNvPr>
                <p:cNvSpPr/>
                <p:nvPr/>
              </p:nvSpPr>
              <p:spPr>
                <a:xfrm>
                  <a:off x="7101012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3F30D26F-4879-7C7A-C5C3-2ACFF4085427}"/>
                    </a:ext>
                  </a:extLst>
                </p:cNvPr>
                <p:cNvSpPr/>
                <p:nvPr/>
              </p:nvSpPr>
              <p:spPr>
                <a:xfrm>
                  <a:off x="7144559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39989C7B-0000-E783-E0B5-E21D66E7674C}"/>
                    </a:ext>
                  </a:extLst>
                </p:cNvPr>
                <p:cNvSpPr/>
                <p:nvPr/>
              </p:nvSpPr>
              <p:spPr>
                <a:xfrm>
                  <a:off x="7224007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22A637FE-AC7C-140F-D222-F91BEF9D32C3}"/>
                    </a:ext>
                  </a:extLst>
                </p:cNvPr>
                <p:cNvSpPr/>
                <p:nvPr/>
              </p:nvSpPr>
              <p:spPr>
                <a:xfrm>
                  <a:off x="7299415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F1E2F60A-F810-945B-DDCF-2AB47EB8A935}"/>
                    </a:ext>
                  </a:extLst>
                </p:cNvPr>
                <p:cNvSpPr/>
                <p:nvPr/>
              </p:nvSpPr>
              <p:spPr>
                <a:xfrm>
                  <a:off x="7375636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DC12380-FC7C-5F78-766B-39BA659D701F}"/>
                    </a:ext>
                  </a:extLst>
                </p:cNvPr>
                <p:cNvSpPr/>
                <p:nvPr/>
              </p:nvSpPr>
              <p:spPr>
                <a:xfrm>
                  <a:off x="7450556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184A09A8-B17C-AB7B-CF89-1F1C0E7B34BA}"/>
                    </a:ext>
                  </a:extLst>
                </p:cNvPr>
                <p:cNvSpPr/>
                <p:nvPr/>
              </p:nvSpPr>
              <p:spPr>
                <a:xfrm>
                  <a:off x="7496734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8CBE247-6AC6-4B5F-5AAF-54AF3E60EEC7}"/>
                  </a:ext>
                </a:extLst>
              </p:cNvPr>
              <p:cNvSpPr/>
              <p:nvPr/>
            </p:nvSpPr>
            <p:spPr>
              <a:xfrm>
                <a:off x="7449633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A7C7D74-20CD-CD5F-D447-1CCF65A1AE61}"/>
                </a:ext>
              </a:extLst>
            </p:cNvPr>
            <p:cNvSpPr/>
            <p:nvPr/>
          </p:nvSpPr>
          <p:spPr>
            <a:xfrm>
              <a:off x="6833129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5431B91-3C02-2438-908A-B16EC834C548}"/>
                </a:ext>
              </a:extLst>
            </p:cNvPr>
            <p:cNvSpPr/>
            <p:nvPr/>
          </p:nvSpPr>
          <p:spPr>
            <a:xfrm>
              <a:off x="7184845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4315FC4-5E77-8E01-A6BB-F86DAFB833B5}"/>
                </a:ext>
              </a:extLst>
            </p:cNvPr>
            <p:cNvSpPr/>
            <p:nvPr/>
          </p:nvSpPr>
          <p:spPr>
            <a:xfrm>
              <a:off x="6594768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" name="Picture 8">
              <a:extLst>
                <a:ext uri="{FF2B5EF4-FFF2-40B4-BE49-F238E27FC236}">
                  <a16:creationId xmlns:a16="http://schemas.microsoft.com/office/drawing/2014/main" id="{8C914F8D-408A-B9C1-E67B-0F0EC9A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551534" y="4878884"/>
              <a:ext cx="18194" cy="9514"/>
              <a:chOff x="7551534" y="4878884"/>
              <a:chExt cx="18194" cy="9514"/>
            </a:xfrm>
            <a:grpFill/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C6EB780-BCD9-0976-1868-BBBA4ADD44BF}"/>
                  </a:ext>
                </a:extLst>
              </p:cNvPr>
              <p:cNvSpPr/>
              <p:nvPr/>
            </p:nvSpPr>
            <p:spPr>
              <a:xfrm>
                <a:off x="7551534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517EAD80-4E70-9216-82A8-161E2CC54C1E}"/>
                  </a:ext>
                </a:extLst>
              </p:cNvPr>
              <p:cNvSpPr/>
              <p:nvPr/>
            </p:nvSpPr>
            <p:spPr>
              <a:xfrm>
                <a:off x="7560807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48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5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6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8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7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31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7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21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9" t="1619"/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18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0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9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36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1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5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224C2C-5B4C-4BD7-EA34-E6AE001A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76AAD258-9E83-15A9-1F74-253BCA4B8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27957BD5-4C79-D4E1-67CA-48F39F52B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16E08856-FB46-D36C-B198-0820F638DFCC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B552631-FACB-731B-0B00-85C45CA6BA29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836054C4-D1F8-129F-4C57-1069DF4620E5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D3ABB27F-97C3-8E4B-2F82-26203965D091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BB830B2-90E2-85E1-DB8B-02DD4042F94F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DF53D5E6-B5B6-B1F8-84B8-7304AA7202BC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C8DEA5B-A232-36CF-DBC9-6EC8D9BE4CFF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C86F455-4951-E1E2-2E33-4B7869030FFB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B36D801B-DE4A-7BE9-01B9-895ADC76ADF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972AED6-F96B-2AD6-60CA-739CF19273BC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95A6D6A-C115-891C-5DFB-874E7571DA4F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5950ED0-F813-8C65-B255-1336DBDA9DD6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93ACF061-0E43-C74B-20DE-A2457394E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511C5D7-647E-FB4F-A84F-7E63A46B291F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F6765CD-E5FC-5230-5664-847EF7E1A5B3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1431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3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8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BDF793-83A2-8B48-C392-47BD7BA11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4" name="Picture 8">
              <a:extLst>
                <a:ext uri="{FF2B5EF4-FFF2-40B4-BE49-F238E27FC236}">
                  <a16:creationId xmlns:a16="http://schemas.microsoft.com/office/drawing/2014/main" id="{C5F8C7B0-B8D3-A3E7-46E2-9B61721AF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20" name="Picture 8">
                <a:extLst>
                  <a:ext uri="{FF2B5EF4-FFF2-40B4-BE49-F238E27FC236}">
                    <a16:creationId xmlns:a16="http://schemas.microsoft.com/office/drawing/2014/main" id="{4A053A19-C199-75A4-699A-BFD82341BC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893E8E4B-91E0-E170-8A2A-10B13450F3D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8CB5A13-C606-9EB8-F208-297F087694BD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D916148A-7A26-98E4-F151-78DC4FB6329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1A31DE38-37C3-2C02-00F4-24274B7379A5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BC2CB2DE-DC35-4237-D5E2-04E760869C06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837C1EF-7443-B7A2-CF93-D99D650F7E69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23ADCAA-30BA-9E17-86EC-D711F90B928B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110245F8-5C2C-12AB-B2F1-6CA6D53228CD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79F514C-181F-2F7D-2725-080AE622DF3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984F913-769E-5D77-239B-042D298C03A4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0E8642-D6D2-B4F1-3110-19441D2426A8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BBBB19F-A768-6290-26E0-2818678C7EF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Picture 8">
              <a:extLst>
                <a:ext uri="{FF2B5EF4-FFF2-40B4-BE49-F238E27FC236}">
                  <a16:creationId xmlns:a16="http://schemas.microsoft.com/office/drawing/2014/main" id="{F27BEC1E-3BEF-6795-DD5B-2BD3B5201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5524C62-A125-E889-D31A-B7CBCF1E8846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379630A-B391-9CDE-076D-60294D6441B5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1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4868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3100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572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85392"/>
            <a:ext cx="4114803" cy="86042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991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CC7CC9-ED41-D6FA-B686-3B54DEC7B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122F4F61-EC67-2134-C575-ED5ECF6B0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26CAA51A-2BBB-FDFC-CCCC-E1DD8233E8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FF863C46-F346-B4B8-7DCE-925ADA06DE72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F876254-DDF2-88B9-1FF7-8485E678B9F7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C3D6209A-C7DF-5FF4-E92F-CC5C0AD809F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4E7D6A9-B2D2-880B-0520-4BBF0E453EEF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F6331A6F-1F6D-EBE2-4F9A-F93B8C4972AD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B6502C00-672E-D7AD-3F8B-858ED9E95DA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ADBD7B8-F329-18F7-E23B-2DD49C5F246B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C98FE053-9F40-2938-FBEF-74B80B8839A4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1A6537D-1EDE-C3AD-33B6-24E832F30120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0FCFC8-79AE-5662-7733-D2F6EF401809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B1ED01D-57B0-4B38-27DA-D4C81A25AF9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20299D-FE15-FD2F-C826-2ABAAAD7DD26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9F5A3EA3-B980-E5D5-CC07-F152478EC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AD0E818-8891-5106-2BBE-B92A26A538B0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4ADB34D-C7AC-1AEF-859F-74FFD87B75B6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38837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488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039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33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78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7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092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873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07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989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1" t="1731"/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101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4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069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35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2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49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726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092E77-107C-C74B-E0C5-233C28DC4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9550E0BF-6779-8792-3CBE-C26FDFF8F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C88D80EE-5E8D-C4B8-F7D4-361B57126E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6E3AF9DF-CF56-8FBE-A4F6-8F53B7F2F9B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0BF1C94-085B-B6D9-E26C-00E1CDB10DF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D7828FF1-A4D6-CC2F-90B4-177DF44E22EC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5469A6F-DDBF-2B31-C361-978180844197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F295374C-9F44-D6E6-D810-C493B5FDFAAE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D6FEB8B-0CB3-8F2B-9117-23A7D06E7030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B3459A8-BFAB-7E15-A182-9E2F81E3850A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841BB635-FBFE-9E9B-7E85-6349016508F8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1C71A76-1DC4-3A7D-6272-6C984A6F798C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182053C-C37A-6646-9543-445998E43CFE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956CE0B-F99E-9DBF-1FDB-FC768A8A879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DF39988-B502-193F-586F-98BF7259D71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D2E11641-FA6B-328D-6410-FF70F4E5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4876DB3-4805-877C-6AC8-46EB49B7883B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8F02AD03-1DA5-E4A9-564A-CAD454FA68B7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3863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349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016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B40A7C-7EC2-A650-4496-B60B78E3E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</p:grpSpPr>
        <p:grpSp>
          <p:nvGrpSpPr>
            <p:cNvPr id="31" name="Picture 8">
              <a:extLst>
                <a:ext uri="{FF2B5EF4-FFF2-40B4-BE49-F238E27FC236}">
                  <a16:creationId xmlns:a16="http://schemas.microsoft.com/office/drawing/2014/main" id="{1EAEE570-87E4-B61A-EA85-1B9E3C380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38" name="Picture 8">
                <a:extLst>
                  <a:ext uri="{FF2B5EF4-FFF2-40B4-BE49-F238E27FC236}">
                    <a16:creationId xmlns:a16="http://schemas.microsoft.com/office/drawing/2014/main" id="{B09DEDCD-569D-7773-7597-3A4BCF9F2B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29AB25DD-8639-C0F6-2E53-2CC3B461B5D6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CBB02FF-E114-AD2A-FCA2-44FC9BF066D1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FF2218AF-B0B2-370D-2913-8628BF55892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231BD74F-85D8-49D4-37ED-073E18B1E228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97ABAF8-FBB9-91E3-06EA-00B09FA209FE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659FB3AC-5E32-5EA0-F8EE-140215E6083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8C7C338-DE63-EC75-A486-9DDC6FEAF883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FCEAA440-9B2C-A027-4126-BC793A5672AA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75FC3224-D9A8-01B8-F1A8-2436157F28F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B02DCC2-32CC-583D-36B5-2EF065DBEFEA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14BADAC-C4C9-E21C-73F8-07D44F52AB27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99AAE8F-001F-9E3E-7BC3-75C47F5AE29B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Picture 8">
              <a:extLst>
                <a:ext uri="{FF2B5EF4-FFF2-40B4-BE49-F238E27FC236}">
                  <a16:creationId xmlns:a16="http://schemas.microsoft.com/office/drawing/2014/main" id="{1A20161F-011D-1BBF-5418-37E46DE45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E11A22E8-00CC-9859-708E-D6C54F1050C2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E2402534-E40E-9660-D3E9-F305AB282DBD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4345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336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520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054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95330"/>
            <a:ext cx="4114803" cy="850487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8476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96673-3026-B840-9C59-93FD6995C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AC9891B7-CD5F-B619-B7F8-D8B9A9D40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05BBA14B-4EDA-0F99-E3D8-C2711838D7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014866C1-4CCD-980B-B08A-E8D0AB7957A9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9A36E02-08A6-AE08-E4A9-4BA34762C990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8B03C43B-04FE-7DFF-AFF7-BF3A896AD244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781A352-1B08-D3A7-F593-1BFA9CC815A0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A41114E0-F8D4-A454-1455-CF8AB9BDAF2C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C01FA979-3694-8694-A7A5-EBB9A33CE906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4C9BF2E-673B-3219-AC1D-CE67999E72B7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0B16557A-BB7E-3CF6-264F-4D882E1A0A77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86B922-D5AC-525B-9E95-44143757829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D02797E-A62B-9AEA-AF94-2E87AAEE9A4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CC6953F-FE05-06D1-A405-677876F9D5AD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2B23AF1-D0CB-2133-42ED-41A081E1743B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27381D6C-820A-8651-E6FC-5EDE61069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2197DDE-8E60-B8C4-CBF5-5FB316A85F3D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CC3E01E-C5DF-F102-0DD9-BF03EF03ED39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00920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23391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70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832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580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63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56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012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0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10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71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589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49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36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95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639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744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E0295E-CBCC-23CC-EDF4-96EBAEE65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7B9A8E15-B436-7833-2DE3-6A7CB204B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FA790AEB-2C2E-A5CD-5E94-057B09A62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A99C3390-98B6-96DF-1FB3-A216CC1E02FE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08DD100-2705-9992-41D4-FFB86AEC879F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C036368F-A75A-22B3-653A-081756EF3ED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3D6619B-57EE-4E5E-EE31-A7669A1E3D02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39F9BDB7-76A0-0F6D-C17C-2A8E1069BC27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96F02EA-7157-7561-4BED-975A8AA64D7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1AC0E5-B39A-B90B-848C-BA81095ACFDC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EF85CFCE-B23B-511F-71BC-E980CBCD6407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B476467-11CC-707E-46B0-28C22F463060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1B8C6DC-5BDC-CEBD-82AE-93B8FD7BC77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8553786-DC70-5B38-9983-25A718CC8F7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77F697B-672E-754C-9624-4647875387EC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A736556C-FEBB-4F4E-815E-41C3741F5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2D7085A-C3E6-D45C-CEDB-071675B80B2A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C79B56AF-6F91-51EE-784B-1A5A1765EFA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5123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338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752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accent5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869316-9FAE-9172-6242-EC933F7A6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4" name="Picture 8">
              <a:extLst>
                <a:ext uri="{FF2B5EF4-FFF2-40B4-BE49-F238E27FC236}">
                  <a16:creationId xmlns:a16="http://schemas.microsoft.com/office/drawing/2014/main" id="{31555BAA-F314-223F-19E4-3A93B47EF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20" name="Picture 8">
                <a:extLst>
                  <a:ext uri="{FF2B5EF4-FFF2-40B4-BE49-F238E27FC236}">
                    <a16:creationId xmlns:a16="http://schemas.microsoft.com/office/drawing/2014/main" id="{DCD588CC-2453-4C2C-F50D-026C2A594D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CF7ED38A-88F8-4D93-C399-B5E93A98F28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911740-B90E-34BD-F3CD-80AC2BCEFBCE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21C263D3-26BB-2A19-DD41-2664426EDC21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BA98DFB3-2168-6C2F-5708-6BEF77F4278F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E5032BB9-E117-0C09-960A-E55F503826BA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F175B213-6689-FC4F-DAEC-1145C1D2D30C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88B6E91-942B-F78A-CCAE-69037F6B745C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D6D25D7B-A544-DF1B-7928-89ECF8E63B68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3AAE4A0-C3F0-079B-E6B9-B4414D3814C6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E998296-CE33-9725-CAEB-AE4755A5584D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6244A1C-9871-30B3-E2D2-41A5FCEDF8C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7FA99D3-4A11-562D-AC95-1DB737358B0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Picture 8">
              <a:extLst>
                <a:ext uri="{FF2B5EF4-FFF2-40B4-BE49-F238E27FC236}">
                  <a16:creationId xmlns:a16="http://schemas.microsoft.com/office/drawing/2014/main" id="{4C8FCE02-4FC2-3FE7-B1BE-D6C5BF659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8E078D7-2569-90DE-5EEA-3158A77B1A90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B540775-490A-399B-ECFA-CD830384C19E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3698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F2642-A114-AFE4-0E53-8C3246A1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6" t="3889" r="827" b="42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41FFD5-511F-9291-335C-F1780A2E2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27" name="Picture 8">
              <a:extLst>
                <a:ext uri="{FF2B5EF4-FFF2-40B4-BE49-F238E27FC236}">
                  <a16:creationId xmlns:a16="http://schemas.microsoft.com/office/drawing/2014/main" id="{DDAD8115-CD20-8582-097E-4AF379D8D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34" name="Picture 8">
                <a:extLst>
                  <a:ext uri="{FF2B5EF4-FFF2-40B4-BE49-F238E27FC236}">
                    <a16:creationId xmlns:a16="http://schemas.microsoft.com/office/drawing/2014/main" id="{B097CECA-4AE3-8361-9171-9418285B3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7ED4BD44-2DC6-FD17-5310-887CE1DC9AA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0C6F0C9-0ABD-E43D-2E37-F6EA195F3C36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4D048E2F-76E6-515E-71B2-552876AABFFF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8443DA47-C36E-366E-D896-D4ECC5C00FF3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DC1E867-9BAB-965A-371B-B27B84023AF2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247897DF-E543-DC81-C349-79AF24FBCA1E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4DB8947-0699-2AE1-D07D-4157B9A8572A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90E78B46-3637-997C-81AF-06E70DF98920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AB19736B-5AEA-9E4D-5366-15F81570BD6B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361BA47-A4E8-6F4C-2D0D-FE8FE010D26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3506D36-73D3-BA40-FF9C-EE7AB0E45560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D976B3E-9747-D353-5C6A-32C51F20276A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Picture 8">
              <a:extLst>
                <a:ext uri="{FF2B5EF4-FFF2-40B4-BE49-F238E27FC236}">
                  <a16:creationId xmlns:a16="http://schemas.microsoft.com/office/drawing/2014/main" id="{92EF1D42-58E5-8861-D7AD-00015214E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D0A8182-FE36-91A5-FCB7-D4ABA2998DF9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6737FABA-9100-0C62-58C1-F7C37F6C863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04052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51542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84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65514"/>
            <a:ext cx="4114803" cy="8803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2983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2AB0EF-B763-13BC-189E-A46AC7B6F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19645BDB-0DA8-4003-B6BC-B49A1EE66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14307C07-5D67-00A1-B10B-5C8B166BD0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B038545C-81F5-149A-8556-E6AC9B06C0A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3A8FE5D-6BE9-123E-B64F-EAA8C0040139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96E06B62-9D21-CF71-2EE3-EA8DC52C0F58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AC8AA93-57B7-3A25-DE25-EBB8CA0174FC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085932C9-A958-0956-8C6E-D051A8395799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86BFF7E-39C6-73BA-88C9-2E07F88EC662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6608C1B-DB00-EF1A-1D76-A2373114E04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51096A3-535B-D125-795A-304B0E13427C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6C0B44D-7961-1CD5-B758-0086EF076DA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855903F-D404-E90D-8856-F707D6BCF2B6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24FC8B-6D7C-2BF7-AEA3-3C937C864C4F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BBD12A-1D5C-276E-7812-CC4AA9C62321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8A695A7C-DFD8-6767-8B52-DEE72673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CAAC340-262F-EF3F-CA7C-129F7F4CD838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F9DAAC4-6F67-F4BD-ED4F-F044C8BEB649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21825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9809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69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D95CC-33E4-2547-EC3A-85A1C4D7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2ED88F-146C-B167-81BA-A81A0D972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6E02C3CF-66C3-019F-E134-8ABBC5486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170AEF10-FA86-6B7A-31A4-F03E45FB7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8CFDF687-2E59-351C-810C-08D851192BE4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AF152DE-05D0-EE78-F3E4-93074EFAEFE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10B9328-43DA-2A5F-5EC8-71572AC77240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374F88FF-9815-35FD-65D1-ACE172B2C5AD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CFA771F-C9B9-623C-665A-621BAC39E4E3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49002B5E-A125-3708-2170-2C85103EB7F0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466E0B9-9B06-C0CB-EA2E-DE65FBFF6586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5F14D65C-C2C2-F0E1-5E66-E370DCEC5C7E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8090CCD-4BF2-7002-9D5B-2AAF3D05441C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29D2C28-B41D-14BB-A484-BEF3A22746B5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2C1330-F3E4-05AB-8F2D-25EA1BD7B0A2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A9A9E23-62DE-398F-73F0-8FF454872FE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1BB50EB6-4073-1DD4-1C30-0DAE5C384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F857A6F-7A9A-9895-CEFA-C04FFE18000C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4C68A7-AA97-E244-2711-3777040B4C3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242778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969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58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3479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1251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961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135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883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7278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318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6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8580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1396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C17309-D235-2F02-C7BC-2ED207AC7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B34E9C5A-7C1E-684B-3D5C-7FDD5078D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056C87CB-0E9F-4AAE-E682-6DCD0E64D0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11EE0F8E-D397-4562-858F-C20CBA878A48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08B917A-FA2A-D94F-0EB3-219CBA786F8D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B247440A-0137-BC0F-DE6A-EB4F06321AF2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252FB1A5-2B8F-AC56-1B4A-04AE97950FD6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48F7AC21-17F3-8760-C5DC-E381C3E294D2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9B45C192-361E-7FEB-724D-216099B7277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471BD1C-B6B6-4823-886D-DE3EBE7261F3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8F207A8-5030-70EE-B756-ECE0F157F339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AC62627-4559-2E36-D238-A41796BBF183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F3A6E9-2638-FF28-E37F-8906A64ACB1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ADC27F4-A6D2-9443-00CB-6FF8B30CE58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52BA7CF-AAE4-A601-E351-549CC4EB55FA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901CD15E-048C-8764-38EA-DC13A7D59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C20C8B5-573A-9BAE-58D1-5C340A82452D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5C0089-7A66-CE74-8960-8776D26A8395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575329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412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8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865E788-12B5-D1B2-ECDA-46D07D1A8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DE9C7D6-1D4E-8818-CE5F-9959234688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DD973D-7CD6-921E-2053-18684B25C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03313" y="4524188"/>
              <a:ext cx="2240685" cy="619311"/>
            </a:xfrm>
            <a:prstGeom prst="rect">
              <a:avLst/>
            </a:prstGeom>
          </p:spPr>
        </p:pic>
      </p:grpSp>
      <p:sp>
        <p:nvSpPr>
          <p:cNvPr id="7" name="se.com capsule" descr="SE.com CTA&#10;">
            <a:hlinkClick r:id="rId4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accent5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5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7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9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11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3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5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090D079-C029-AB19-0C95-1C7CBDE60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</p:grpSpPr>
        <p:grpSp>
          <p:nvGrpSpPr>
            <p:cNvPr id="9" name="Picture 8">
              <a:extLst>
                <a:ext uri="{FF2B5EF4-FFF2-40B4-BE49-F238E27FC236}">
                  <a16:creationId xmlns:a16="http://schemas.microsoft.com/office/drawing/2014/main" id="{C5658E72-DD80-C519-9A2E-95AFDBBDA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22" name="Picture 8">
                <a:extLst>
                  <a:ext uri="{FF2B5EF4-FFF2-40B4-BE49-F238E27FC236}">
                    <a16:creationId xmlns:a16="http://schemas.microsoft.com/office/drawing/2014/main" id="{046BC3AD-FD2D-6383-391F-7B1C1FA55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844DE405-79A5-44F5-5A1D-57978C2B176A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AE628CA-D390-42EE-FF4A-0FBA3B637846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4668ED66-378A-E2C2-34A8-0426937148DA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5A1B47CA-3A66-2435-72D2-9021EE188669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E6621769-8EC3-E6FB-AF4C-63551B1ED427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C4770ACD-B740-8171-FE48-8CE2BD62BF63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681953F-7FD0-CAFD-B530-AA1838F4C5A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00F940CB-D287-0997-1D50-5EB83320952B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6ED3004-7757-10ED-2821-433655E6D82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3CC3821-2A86-1ACA-84EE-E0828722610A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787AE0-8237-92D7-4286-BA6CB5092591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291AC4-8DB8-140D-0777-74FD8819325F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Picture 8">
              <a:extLst>
                <a:ext uri="{FF2B5EF4-FFF2-40B4-BE49-F238E27FC236}">
                  <a16:creationId xmlns:a16="http://schemas.microsoft.com/office/drawing/2014/main" id="{6F5E0D26-6A54-1F92-9A39-31BF0DD59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55FEC1EB-7D1A-0912-3F80-C4743CC96423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9B0913D-057A-A0A8-99FD-D2EA9B8C2741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771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theme" Target="../theme/theme4.xml"/><Relationship Id="rId27" Type="http://schemas.openxmlformats.org/officeDocument/2006/relationships/image" Target="../media/image1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tx1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063500-D483-3F8D-04AD-E624F1EFF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6594768" y="4687803"/>
            <a:chExt cx="975015" cy="289704"/>
          </a:xfrm>
        </p:grpSpPr>
        <p:grpSp>
          <p:nvGrpSpPr>
            <p:cNvPr id="29" name="Picture 8">
              <a:extLst>
                <a:ext uri="{FF2B5EF4-FFF2-40B4-BE49-F238E27FC236}">
                  <a16:creationId xmlns:a16="http://schemas.microsoft.com/office/drawing/2014/main" id="{F227E685-3FDF-DD36-C2FD-E30AD6A9F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20588" y="4863773"/>
              <a:ext cx="523815" cy="90931"/>
              <a:chOff x="7020588" y="4863773"/>
              <a:chExt cx="523815" cy="90931"/>
            </a:xfrm>
            <a:solidFill>
              <a:srgbClr val="009530"/>
            </a:solidFill>
          </p:grpSpPr>
          <p:grpSp>
            <p:nvGrpSpPr>
              <p:cNvPr id="36" name="Picture 8">
                <a:extLst>
                  <a:ext uri="{FF2B5EF4-FFF2-40B4-BE49-F238E27FC236}">
                    <a16:creationId xmlns:a16="http://schemas.microsoft.com/office/drawing/2014/main" id="{7675BA91-E840-26DB-67F6-2486E2C2D2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020588" y="4863773"/>
                <a:ext cx="523815" cy="90931"/>
                <a:chOff x="7020588" y="4863773"/>
                <a:chExt cx="523815" cy="90931"/>
              </a:xfrm>
              <a:solidFill>
                <a:srgbClr val="009530"/>
              </a:solidFill>
            </p:grpSpPr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B75BA144-5558-9060-0FB9-4816991005E2}"/>
                    </a:ext>
                  </a:extLst>
                </p:cNvPr>
                <p:cNvSpPr/>
                <p:nvPr/>
              </p:nvSpPr>
              <p:spPr>
                <a:xfrm>
                  <a:off x="7020588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AC491A9-1151-1012-2EE8-EB02AD9644D5}"/>
                    </a:ext>
                  </a:extLst>
                </p:cNvPr>
                <p:cNvSpPr/>
                <p:nvPr/>
              </p:nvSpPr>
              <p:spPr>
                <a:xfrm>
                  <a:off x="7101012" y="4863773"/>
                  <a:ext cx="11686" cy="89742"/>
                </a:xfrm>
                <a:prstGeom prst="rect">
                  <a:avLst/>
                </a:pr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77AF60A7-B7CE-F1E1-D996-DE460EBF7EB0}"/>
                    </a:ext>
                  </a:extLst>
                </p:cNvPr>
                <p:cNvSpPr/>
                <p:nvPr/>
              </p:nvSpPr>
              <p:spPr>
                <a:xfrm>
                  <a:off x="7144559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DFCA54BD-DBA2-D86B-BD3D-6E90B68B873F}"/>
                    </a:ext>
                  </a:extLst>
                </p:cNvPr>
                <p:cNvSpPr/>
                <p:nvPr/>
              </p:nvSpPr>
              <p:spPr>
                <a:xfrm>
                  <a:off x="7224007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9C890728-565A-8DF5-458E-0C7BFBBA1382}"/>
                    </a:ext>
                  </a:extLst>
                </p:cNvPr>
                <p:cNvSpPr/>
                <p:nvPr/>
              </p:nvSpPr>
              <p:spPr>
                <a:xfrm>
                  <a:off x="7299415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4C4EEF38-74BD-6B8C-2CA2-9A4A3C854BA8}"/>
                    </a:ext>
                  </a:extLst>
                </p:cNvPr>
                <p:cNvSpPr/>
                <p:nvPr/>
              </p:nvSpPr>
              <p:spPr>
                <a:xfrm>
                  <a:off x="7375636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7CC00AB-910F-C64B-5500-756E4388A7D1}"/>
                    </a:ext>
                  </a:extLst>
                </p:cNvPr>
                <p:cNvSpPr/>
                <p:nvPr/>
              </p:nvSpPr>
              <p:spPr>
                <a:xfrm>
                  <a:off x="7450556" y="4894372"/>
                  <a:ext cx="11659" cy="59143"/>
                </a:xfrm>
                <a:prstGeom prst="rect">
                  <a:avLst/>
                </a:pr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3B5C3BEC-5EE9-B4AA-CFCA-06F32AE40E3B}"/>
                    </a:ext>
                  </a:extLst>
                </p:cNvPr>
                <p:cNvSpPr/>
                <p:nvPr/>
              </p:nvSpPr>
              <p:spPr>
                <a:xfrm>
                  <a:off x="7496734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2EB6B7EC-4686-EEA3-F5D7-3FF608F9657D}"/>
                  </a:ext>
                </a:extLst>
              </p:cNvPr>
              <p:cNvSpPr/>
              <p:nvPr/>
            </p:nvSpPr>
            <p:spPr>
              <a:xfrm>
                <a:off x="7449633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53BF59-B2BF-BF90-DC0B-1A2CE0C64E1E}"/>
                </a:ext>
              </a:extLst>
            </p:cNvPr>
            <p:cNvSpPr/>
            <p:nvPr/>
          </p:nvSpPr>
          <p:spPr>
            <a:xfrm>
              <a:off x="6833129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7286EA-6A71-18CE-845E-162CF8217FCA}"/>
                </a:ext>
              </a:extLst>
            </p:cNvPr>
            <p:cNvSpPr/>
            <p:nvPr/>
          </p:nvSpPr>
          <p:spPr>
            <a:xfrm>
              <a:off x="7184845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A40F4E-B192-3D6F-5C60-E056C5E5B457}"/>
                </a:ext>
              </a:extLst>
            </p:cNvPr>
            <p:cNvSpPr/>
            <p:nvPr/>
          </p:nvSpPr>
          <p:spPr>
            <a:xfrm>
              <a:off x="6594768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3" name="Picture 8">
              <a:extLst>
                <a:ext uri="{FF2B5EF4-FFF2-40B4-BE49-F238E27FC236}">
                  <a16:creationId xmlns:a16="http://schemas.microsoft.com/office/drawing/2014/main" id="{5962F23C-FC77-9CFE-6F11-066A9263B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551534" y="4878884"/>
              <a:ext cx="18194" cy="9514"/>
              <a:chOff x="7551534" y="4878884"/>
              <a:chExt cx="18194" cy="9514"/>
            </a:xfrm>
            <a:solidFill>
              <a:srgbClr val="009530"/>
            </a:solidFill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F2E39811-074D-DD92-DADE-8FC4EE3E5CB5}"/>
                  </a:ext>
                </a:extLst>
              </p:cNvPr>
              <p:cNvSpPr/>
              <p:nvPr/>
            </p:nvSpPr>
            <p:spPr>
              <a:xfrm>
                <a:off x="7551534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137876A-637C-4472-0DF8-77D09F676212}"/>
                  </a:ext>
                </a:extLst>
              </p:cNvPr>
              <p:cNvSpPr/>
              <p:nvPr/>
            </p:nvSpPr>
            <p:spPr>
              <a:xfrm>
                <a:off x="7560807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352E22-70E0-BC7A-626C-13E5741CE7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56916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4068" r:id="rId2"/>
    <p:sldLayoutId id="2147484069" r:id="rId3"/>
    <p:sldLayoutId id="2147484015" r:id="rId4"/>
    <p:sldLayoutId id="2147484065" r:id="rId5"/>
    <p:sldLayoutId id="2147484070" r:id="rId6"/>
    <p:sldLayoutId id="2147484067" r:id="rId7"/>
    <p:sldLayoutId id="2147483932" r:id="rId8"/>
    <p:sldLayoutId id="2147483824" r:id="rId9"/>
    <p:sldLayoutId id="2147483837" r:id="rId10"/>
    <p:sldLayoutId id="2147483840" r:id="rId11"/>
    <p:sldLayoutId id="2147484004" r:id="rId12"/>
    <p:sldLayoutId id="2147483841" r:id="rId13"/>
    <p:sldLayoutId id="2147483844" r:id="rId14"/>
    <p:sldLayoutId id="2147484007" r:id="rId15"/>
    <p:sldLayoutId id="2147483852" r:id="rId16"/>
    <p:sldLayoutId id="2147483846" r:id="rId17"/>
    <p:sldLayoutId id="2147483757" r:id="rId18"/>
    <p:sldLayoutId id="2147484022" r:id="rId19"/>
    <p:sldLayoutId id="2147483754" r:id="rId20"/>
    <p:sldLayoutId id="2147483803" r:id="rId21"/>
    <p:sldLayoutId id="2147483996" r:id="rId22"/>
    <p:sldLayoutId id="2147484011" r:id="rId23"/>
    <p:sldLayoutId id="2147484033" r:id="rId24"/>
    <p:sldLayoutId id="2147484026" r:id="rId25"/>
  </p:sldLayoutIdLst>
  <p:hf hdr="0" dt="0"/>
  <p:txStyles>
    <p:titleStyle>
      <a:lvl1pPr algn="l" defTabSz="457184" rtl="0" eaLnBrk="1" latinLnBrk="1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bg2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1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1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84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tx1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4A8BD1-BA14-B3C5-E66F-2F4EC2DE8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27" name="Picture 8">
              <a:extLst>
                <a:ext uri="{FF2B5EF4-FFF2-40B4-BE49-F238E27FC236}">
                  <a16:creationId xmlns:a16="http://schemas.microsoft.com/office/drawing/2014/main" id="{F991A60A-9A7D-D246-35D1-F91DBFBBF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28" name="Picture 8">
                <a:extLst>
                  <a:ext uri="{FF2B5EF4-FFF2-40B4-BE49-F238E27FC236}">
                    <a16:creationId xmlns:a16="http://schemas.microsoft.com/office/drawing/2014/main" id="{83EF68AF-87FE-F1FC-A3E4-C56DF7FE59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A3CE9CE3-76F9-B056-184E-EF43EDD7E658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C867D47-15A7-87CC-12D6-C3A0DBA53CDB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4F939982-6E97-91F5-F4BB-D68043B820A5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2A52FEE4-62C4-1EA5-D780-8BD30CD92633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80676603-FCB1-9C2B-0F63-04A26788E199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319B7EFA-0847-35FD-3315-2ECB47CFE083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2B04AE9-FF29-5F0C-2666-C56330D18757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7EB86CF8-E35A-6046-A918-1FB1DBD00BE1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B319040-CEF9-76C3-1766-3A57CC7287C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98E027C-E8E9-1BE5-5CAC-1097A49533B9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FED4506-FC26-511A-B84A-DE1A2D08D88D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EFB2654-08EB-8198-BF6E-68DECFF5DF5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Picture 8">
              <a:extLst>
                <a:ext uri="{FF2B5EF4-FFF2-40B4-BE49-F238E27FC236}">
                  <a16:creationId xmlns:a16="http://schemas.microsoft.com/office/drawing/2014/main" id="{C72B69B9-2826-2269-1EDB-EA35D4F0C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DF20B1C-1A65-F5AC-ABA8-9B38C95F7675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4B2D322-D28D-0B54-0B1B-995FDA379A7D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6813CEA-0C0C-5CB4-3673-D82DF8C4B1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6300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  <p:sldLayoutId id="2147484364" r:id="rId12"/>
    <p:sldLayoutId id="2147484365" r:id="rId13"/>
    <p:sldLayoutId id="2147484366" r:id="rId14"/>
    <p:sldLayoutId id="2147484367" r:id="rId15"/>
    <p:sldLayoutId id="2147484368" r:id="rId16"/>
    <p:sldLayoutId id="2147484369" r:id="rId17"/>
    <p:sldLayoutId id="2147484370" r:id="rId18"/>
    <p:sldLayoutId id="2147484371" r:id="rId19"/>
    <p:sldLayoutId id="2147484372" r:id="rId20"/>
    <p:sldLayoutId id="2147484373" r:id="rId21"/>
    <p:sldLayoutId id="2147484374" r:id="rId22"/>
    <p:sldLayoutId id="2147484375" r:id="rId23"/>
    <p:sldLayoutId id="2147484376" r:id="rId24"/>
    <p:sldLayoutId id="2147484377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tx1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accent5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accent5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97B85C-844F-A376-1434-2DD23DB3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3155FCC4-9507-D121-0945-053F672EA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6" name="Picture 8">
                <a:extLst>
                  <a:ext uri="{FF2B5EF4-FFF2-40B4-BE49-F238E27FC236}">
                    <a16:creationId xmlns:a16="http://schemas.microsoft.com/office/drawing/2014/main" id="{A9089BE2-9FFB-3839-7FED-C9403B927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4718D5A2-6C20-3729-929C-A23F23F8208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C89A063-7657-1343-284C-3DB46BDE121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A685A62E-DA65-CEEF-1902-C35CCB64538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60150654-FFDC-95B7-27D7-8AC2D00855C1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CE0078D1-227A-986C-311C-EBAC213B54CB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0D74A89F-42E3-0281-BD7D-BF3313C2E37E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D24F378-92B8-3D6C-DA96-9ECCA19E5B72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41FA9449-F1BF-5645-A5F7-989C9954A78D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98FD94C-3577-17C7-0E04-5768BD56879A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129863-E3E4-BA22-EC1F-9843152876D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D6D3717-618A-5582-8459-374D131AE9F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A0ED647-1561-C12E-9455-DB0DF050C9B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Picture 8">
              <a:extLst>
                <a:ext uri="{FF2B5EF4-FFF2-40B4-BE49-F238E27FC236}">
                  <a16:creationId xmlns:a16="http://schemas.microsoft.com/office/drawing/2014/main" id="{FCA1AD33-812B-3660-9A0F-C52EAA055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2146BA9-261A-CFF6-621B-8D336BB1FD1F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30EED1A8-C720-317A-B65C-DE3DB460A028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99E2CDF-D83A-28BA-C987-EB19997EE5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13320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79" r:id="rId1"/>
    <p:sldLayoutId id="2147484380" r:id="rId2"/>
    <p:sldLayoutId id="2147484381" r:id="rId3"/>
    <p:sldLayoutId id="2147484382" r:id="rId4"/>
    <p:sldLayoutId id="2147484383" r:id="rId5"/>
    <p:sldLayoutId id="2147484384" r:id="rId6"/>
    <p:sldLayoutId id="2147484385" r:id="rId7"/>
    <p:sldLayoutId id="2147484386" r:id="rId8"/>
    <p:sldLayoutId id="2147484387" r:id="rId9"/>
    <p:sldLayoutId id="2147484388" r:id="rId10"/>
    <p:sldLayoutId id="2147484389" r:id="rId11"/>
    <p:sldLayoutId id="2147484390" r:id="rId12"/>
    <p:sldLayoutId id="2147484391" r:id="rId13"/>
    <p:sldLayoutId id="2147484392" r:id="rId14"/>
    <p:sldLayoutId id="2147484393" r:id="rId15"/>
    <p:sldLayoutId id="2147484394" r:id="rId16"/>
    <p:sldLayoutId id="2147484395" r:id="rId17"/>
    <p:sldLayoutId id="2147484396" r:id="rId18"/>
    <p:sldLayoutId id="2147484397" r:id="rId19"/>
    <p:sldLayoutId id="2147484398" r:id="rId20"/>
    <p:sldLayoutId id="2147484399" r:id="rId21"/>
    <p:sldLayoutId id="2147484400" r:id="rId22"/>
    <p:sldLayoutId id="2147484401" r:id="rId23"/>
    <p:sldLayoutId id="2147484402" r:id="rId24"/>
    <p:sldLayoutId id="2147484403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accent5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None/>
        <a:defRPr sz="1400" b="0" kern="1200">
          <a:solidFill>
            <a:schemeClr val="accent5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accent5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‒"/>
        <a:defRPr sz="1400" kern="1200">
          <a:solidFill>
            <a:schemeClr val="accent5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A81EA-A1DC-2739-C3D8-AB6CEDE94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accent5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accent5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02CA88-5B52-D551-B845-893852F09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6" name="Picture 8">
              <a:extLst>
                <a:ext uri="{FF2B5EF4-FFF2-40B4-BE49-F238E27FC236}">
                  <a16:creationId xmlns:a16="http://schemas.microsoft.com/office/drawing/2014/main" id="{11280871-8368-E675-0EAB-06EA925AE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7B0CBE53-EDB7-23C6-2515-2CFEA0BFBA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79F7DCED-88B8-2504-F855-3342E6BED93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FD6008F-1D21-8912-44C4-01108B653AEF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C76D0E4-B8A6-4FE8-39D6-9D846A05CDC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18463E90-0FB6-D9CF-1B6A-182BFF437FA6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5AA2802-AA3D-BD02-1282-D5DCE32C54B3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E49BC1BA-9195-D77D-6393-657EFAEED6DB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EB722AB-7461-7FA0-A8F6-18B7884FDF1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296C350D-F1C5-5FD5-BAF6-581C6E1D91A0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34CE08E-7ED6-D1CA-C661-ADA6FFD0AF3D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63BF152-B2AF-8ADC-3007-23F7FACCC3C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34927A9-3BAD-A9D4-A8CE-37CC57F1B698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5DFA4EC-835F-6110-DAE1-162EB1ADD31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30A71EB7-6E36-5739-DD39-AA38DCA99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FA8D62A-383C-BD7F-2718-CBCA39BF71E4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517A7C-E38C-7933-D26B-CB373481C3DA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F3DE199-985E-AE23-CE6C-50A7DCBA96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50205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  <p:sldLayoutId id="2147484427" r:id="rId23"/>
    <p:sldLayoutId id="2147484428" r:id="rId24"/>
    <p:sldLayoutId id="2147484429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accent5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None/>
        <a:defRPr sz="1400" b="0" kern="1200">
          <a:solidFill>
            <a:schemeClr val="accent5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accent5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‒"/>
        <a:defRPr sz="1400" kern="1200">
          <a:solidFill>
            <a:schemeClr val="accent5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2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1.png"/><Relationship Id="rId3" Type="http://schemas.microsoft.com/office/2007/relationships/hdphoto" Target="../media/hdphoto3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CA43C162-9E48-BEEF-C4EC-22A506D7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dark overlay">
            <a:extLst>
              <a:ext uri="{FF2B5EF4-FFF2-40B4-BE49-F238E27FC236}">
                <a16:creationId xmlns:a16="http://schemas.microsoft.com/office/drawing/2014/main" id="{D9D104F3-E59C-70E2-8886-458C39D9A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4843465" cy="5143500"/>
          </a:xfrm>
          <a:prstGeom prst="rect">
            <a:avLst/>
          </a:prstGeom>
          <a:gradFill>
            <a:gsLst>
              <a:gs pos="0">
                <a:srgbClr val="000000"/>
              </a:gs>
              <a:gs pos="83000">
                <a:srgbClr val="000000">
                  <a:alpha val="0"/>
                </a:srgbClr>
              </a:gs>
            </a:gsLst>
            <a:lin ang="21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Zalando Sans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5ACE534-B5A0-8DD0-A254-5F7E49A00F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accent5"/>
              </a:solidFill>
            </a:endParaRPr>
          </a:p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7154B3-FD18-628C-9BAE-F6753E53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>
                <a:solidFill>
                  <a:schemeClr val="accent5"/>
                </a:solidFill>
              </a:rPr>
              <a:t>©2026 Schneider Electric. All Rights Reserved.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97E871F-9864-F92B-CDEE-3FEC7847C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10646" y="4687803"/>
            <a:ext cx="976154" cy="289230"/>
          </a:xfrm>
          <a:prstGeom prst="rect">
            <a:avLst/>
          </a:prstGeom>
        </p:spPr>
      </p:pic>
      <p:sp>
        <p:nvSpPr>
          <p:cNvPr id="10" name="Title 7">
            <a:extLst>
              <a:ext uri="{FF2B5EF4-FFF2-40B4-BE49-F238E27FC236}">
                <a16:creationId xmlns:a16="http://schemas.microsoft.com/office/drawing/2014/main" id="{A446B834-59BD-3650-E664-1446B5562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79" y="2681758"/>
            <a:ext cx="8291515" cy="710404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PLC Configuration for </a:t>
            </a:r>
            <a:r>
              <a:rPr lang="en-US" dirty="0" err="1">
                <a:solidFill>
                  <a:schemeClr val="accent5"/>
                </a:solidFill>
              </a:rPr>
              <a:t>Techross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A86B0278-887A-2195-863B-BF321FF99F26}"/>
              </a:ext>
            </a:extLst>
          </p:cNvPr>
          <p:cNvSpPr txBox="1">
            <a:spLocks/>
          </p:cNvSpPr>
          <p:nvPr/>
        </p:nvSpPr>
        <p:spPr>
          <a:xfrm>
            <a:off x="439780" y="3612879"/>
            <a:ext cx="8291515" cy="2154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457184" indent="0" algn="ctr" defTabSz="447659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914367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371552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1828736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2285919" indent="0" algn="ctr" defTabSz="457184" rtl="0" eaLnBrk="1" latinLnBrk="1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103" indent="0" algn="ctr" defTabSz="457184" rtl="0" eaLnBrk="1" latinLnBrk="1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287" indent="0" algn="ctr" defTabSz="457184" rtl="0" eaLnBrk="1" latinLnBrk="1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471" indent="0" algn="ctr" defTabSz="457184" rtl="0" eaLnBrk="1" latinLnBrk="1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5"/>
                </a:solidFill>
              </a:rPr>
              <a:t>TM241 &amp; Ecostruxure Machine Expert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18C33CCB-DA60-0755-3954-FFF0D0B00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77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4088-9761-EBC5-809A-5988C083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69FA3A55-B0F5-43EE-21C6-72800C02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PLC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구성도 </a:t>
            </a:r>
            <a:endParaRPr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58EC502-AF93-FB60-3885-0155C104F9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27AF31-5D24-7C6B-35FF-AC94720801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3B7B-A985-1517-4D1A-AFB134A6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9851E0-C329-FEB9-648F-0925A373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TSU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F765E-30F6-26F7-ADFF-0152A9E58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DC48C-9F81-3268-D7E5-98A40DBB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028" name="表 3">
            <a:extLst>
              <a:ext uri="{FF2B5EF4-FFF2-40B4-BE49-F238E27FC236}">
                <a16:creationId xmlns:a16="http://schemas.microsoft.com/office/drawing/2014/main" id="{E9C04AD5-F970-BF88-5997-537CF22B5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59468"/>
              </p:ext>
            </p:extLst>
          </p:nvPr>
        </p:nvGraphicFramePr>
        <p:xfrm>
          <a:off x="1480706" y="2897668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TM241C24R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DE06AEF-8E0C-C3FB-18BF-4B2F885C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812" y="1074428"/>
            <a:ext cx="2469868" cy="1471568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858CF3CE-C5D0-4636-6491-02D779597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504205"/>
              </p:ext>
            </p:extLst>
          </p:nvPr>
        </p:nvGraphicFramePr>
        <p:xfrm>
          <a:off x="1480706" y="3722805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sp>
        <p:nvSpPr>
          <p:cNvPr id="10" name="タイトル 8">
            <a:extLst>
              <a:ext uri="{FF2B5EF4-FFF2-40B4-BE49-F238E27FC236}">
                <a16:creationId xmlns:a16="http://schemas.microsoft.com/office/drawing/2014/main" id="{90DD2132-F7A8-5D5E-28DA-499ADF24579B}"/>
              </a:ext>
            </a:extLst>
          </p:cNvPr>
          <p:cNvSpPr txBox="1">
            <a:spLocks/>
          </p:cNvSpPr>
          <p:nvPr/>
        </p:nvSpPr>
        <p:spPr>
          <a:xfrm>
            <a:off x="411477" y="2991253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タイトル 8">
            <a:extLst>
              <a:ext uri="{FF2B5EF4-FFF2-40B4-BE49-F238E27FC236}">
                <a16:creationId xmlns:a16="http://schemas.microsoft.com/office/drawing/2014/main" id="{71C172BF-1A8F-E7A6-481F-6DBC3099FC36}"/>
              </a:ext>
            </a:extLst>
          </p:cNvPr>
          <p:cNvSpPr txBox="1">
            <a:spLocks/>
          </p:cNvSpPr>
          <p:nvPr/>
        </p:nvSpPr>
        <p:spPr>
          <a:xfrm>
            <a:off x="411477" y="379026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265A6EF-F010-C6D9-83AD-E04070B28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051790"/>
              </p:ext>
            </p:extLst>
          </p:nvPr>
        </p:nvGraphicFramePr>
        <p:xfrm>
          <a:off x="195876" y="1592589"/>
          <a:ext cx="2037873" cy="822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sp>
        <p:nvSpPr>
          <p:cNvPr id="17" name="タイトル 8">
            <a:extLst>
              <a:ext uri="{FF2B5EF4-FFF2-40B4-BE49-F238E27FC236}">
                <a16:creationId xmlns:a16="http://schemas.microsoft.com/office/drawing/2014/main" id="{318B19AE-DD50-4EDB-FA39-9BFC85032B98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6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88AF-6B9C-B90E-DD01-CD1A9D9F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DD2B62-79A7-3C74-1167-93459007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35712-2E5C-D23F-B617-6931E7052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AE446-DB8A-1370-66FD-5BE1D573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A680D7-A898-7D82-852C-C0805927B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0" b="95745" l="5000" r="95667">
                        <a14:foregroundMark x1="7167" y1="20567" x2="16667" y2="49645"/>
                        <a14:foregroundMark x1="21667" y1="18440" x2="40000" y2="73404"/>
                        <a14:foregroundMark x1="15333" y1="46809" x2="8500" y2="70213"/>
                        <a14:foregroundMark x1="62500" y1="31206" x2="52667" y2="58156"/>
                        <a14:foregroundMark x1="80000" y1="31915" x2="78167" y2="55319"/>
                        <a14:foregroundMark x1="78000" y1="25887" x2="74833" y2="43617"/>
                        <a14:foregroundMark x1="74833" y1="43617" x2="75333" y2="55319"/>
                        <a14:foregroundMark x1="90167" y1="35816" x2="81500" y2="68440"/>
                        <a14:foregroundMark x1="89333" y1="21631" x2="81667" y2="51418"/>
                        <a14:foregroundMark x1="81667" y1="51418" x2="81667" y2="51418"/>
                        <a14:foregroundMark x1="93000" y1="16312" x2="95833" y2="61348"/>
                        <a14:foregroundMark x1="88333" y1="71277" x2="70000" y2="96099"/>
                        <a14:foregroundMark x1="51833" y1="30496" x2="68333" y2="51418"/>
                        <a14:foregroundMark x1="66167" y1="28014" x2="73500" y2="59574"/>
                        <a14:foregroundMark x1="54167" y1="9574" x2="66167" y2="13475"/>
                        <a14:foregroundMark x1="22167" y1="46099" x2="21500" y2="75177"/>
                        <a14:foregroundMark x1="6500" y1="37589" x2="8667" y2="54610"/>
                        <a14:foregroundMark x1="6333" y1="14184" x2="11667" y2="15603"/>
                        <a14:foregroundMark x1="5500" y1="36525" x2="5500" y2="57447"/>
                        <a14:foregroundMark x1="8500" y1="29078" x2="5000" y2="42908"/>
                        <a14:foregroundMark x1="5000" y1="20567" x2="6500" y2="36170"/>
                        <a14:foregroundMark x1="40500" y1="21277" x2="42167" y2="407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4963" y="1022492"/>
            <a:ext cx="3354074" cy="1576415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657E291E-2FC1-874A-7920-4EDE2DD4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187064"/>
              </p:ext>
            </p:extLst>
          </p:nvPr>
        </p:nvGraphicFramePr>
        <p:xfrm>
          <a:off x="1480706" y="2897668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TM241C40R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graphicFrame>
        <p:nvGraphicFramePr>
          <p:cNvPr id="11" name="表 3">
            <a:extLst>
              <a:ext uri="{FF2B5EF4-FFF2-40B4-BE49-F238E27FC236}">
                <a16:creationId xmlns:a16="http://schemas.microsoft.com/office/drawing/2014/main" id="{5E2EE0FD-8F32-2DF7-1AF8-793964D4B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116795"/>
              </p:ext>
            </p:extLst>
          </p:nvPr>
        </p:nvGraphicFramePr>
        <p:xfrm>
          <a:off x="1480706" y="3722805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TM241C40T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sp>
        <p:nvSpPr>
          <p:cNvPr id="14" name="タイトル 8">
            <a:extLst>
              <a:ext uri="{FF2B5EF4-FFF2-40B4-BE49-F238E27FC236}">
                <a16:creationId xmlns:a16="http://schemas.microsoft.com/office/drawing/2014/main" id="{EE82A3CE-CF65-DFEC-5713-3848D4849617}"/>
              </a:ext>
            </a:extLst>
          </p:cNvPr>
          <p:cNvSpPr txBox="1">
            <a:spLocks/>
          </p:cNvSpPr>
          <p:nvPr/>
        </p:nvSpPr>
        <p:spPr>
          <a:xfrm>
            <a:off x="411477" y="2991253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タイトル 8">
            <a:extLst>
              <a:ext uri="{FF2B5EF4-FFF2-40B4-BE49-F238E27FC236}">
                <a16:creationId xmlns:a16="http://schemas.microsoft.com/office/drawing/2014/main" id="{EB2D61A8-71AE-C3C9-F95B-F536A56D4313}"/>
              </a:ext>
            </a:extLst>
          </p:cNvPr>
          <p:cNvSpPr txBox="1">
            <a:spLocks/>
          </p:cNvSpPr>
          <p:nvPr/>
        </p:nvSpPr>
        <p:spPr>
          <a:xfrm>
            <a:off x="411477" y="379026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0FD3C34-D0CD-F853-FECD-B59888436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346397"/>
              </p:ext>
            </p:extLst>
          </p:nvPr>
        </p:nvGraphicFramePr>
        <p:xfrm>
          <a:off x="195876" y="1592589"/>
          <a:ext cx="2037873" cy="822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BF06FC6E-63C8-B5BF-2A7D-068536F64C3A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3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E56E-B4D3-26F4-21EE-0448A35E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25368F8-7A14-9D1C-FF53-590694D7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ANU-S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DCD0F-C43B-9703-5A24-602B9191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246F3-750D-7EFC-0150-96955FCA3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056C22-5632-1C44-010F-47E7603D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006" y="1031240"/>
            <a:ext cx="2885873" cy="1489785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55181DC2-38C8-E620-2901-011A26CC6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697267"/>
              </p:ext>
            </p:extLst>
          </p:nvPr>
        </p:nvGraphicFramePr>
        <p:xfrm>
          <a:off x="1480706" y="2897668"/>
          <a:ext cx="6884132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TM241C24R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TM3AQ2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46312"/>
                  </a:ext>
                </a:extLst>
              </a:tr>
            </a:tbl>
          </a:graphicData>
        </a:graphic>
      </p:graphicFrame>
      <p:graphicFrame>
        <p:nvGraphicFramePr>
          <p:cNvPr id="11" name="表 3">
            <a:extLst>
              <a:ext uri="{FF2B5EF4-FFF2-40B4-BE49-F238E27FC236}">
                <a16:creationId xmlns:a16="http://schemas.microsoft.com/office/drawing/2014/main" id="{EEA8C299-F8C2-39E9-9038-FE9A267C7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10196"/>
              </p:ext>
            </p:extLst>
          </p:nvPr>
        </p:nvGraphicFramePr>
        <p:xfrm>
          <a:off x="1480706" y="3722805"/>
          <a:ext cx="6884132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</a:tbl>
          </a:graphicData>
        </a:graphic>
      </p:graphicFrame>
      <p:sp>
        <p:nvSpPr>
          <p:cNvPr id="14" name="タイトル 8">
            <a:extLst>
              <a:ext uri="{FF2B5EF4-FFF2-40B4-BE49-F238E27FC236}">
                <a16:creationId xmlns:a16="http://schemas.microsoft.com/office/drawing/2014/main" id="{5B8810EC-471C-F2F2-63EE-2CA30A4587EF}"/>
              </a:ext>
            </a:extLst>
          </p:cNvPr>
          <p:cNvSpPr txBox="1">
            <a:spLocks/>
          </p:cNvSpPr>
          <p:nvPr/>
        </p:nvSpPr>
        <p:spPr>
          <a:xfrm>
            <a:off x="411477" y="3108816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タイトル 8">
            <a:extLst>
              <a:ext uri="{FF2B5EF4-FFF2-40B4-BE49-F238E27FC236}">
                <a16:creationId xmlns:a16="http://schemas.microsoft.com/office/drawing/2014/main" id="{B341AB97-843C-9177-978E-20660BA0888E}"/>
              </a:ext>
            </a:extLst>
          </p:cNvPr>
          <p:cNvSpPr txBox="1">
            <a:spLocks/>
          </p:cNvSpPr>
          <p:nvPr/>
        </p:nvSpPr>
        <p:spPr>
          <a:xfrm>
            <a:off x="411477" y="3907828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46F445-A213-D88F-1A70-2975E6C8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91343"/>
              </p:ext>
            </p:extLst>
          </p:nvPr>
        </p:nvGraphicFramePr>
        <p:xfrm>
          <a:off x="195876" y="1592589"/>
          <a:ext cx="2037873" cy="1097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3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5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77102BEF-C9B7-9A9E-0CE6-AF4DF7DDD1C0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56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1E01-D65A-2FED-92F6-607556C1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BFDDACB-4FF8-6EDB-6F44-D2A4D496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MCC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2148F-6FD6-0234-8693-EDF5E806D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57B63-9BAD-F3FC-A47A-58F48ED48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8" name="MCC 필수사항">
            <a:extLst>
              <a:ext uri="{FF2B5EF4-FFF2-40B4-BE49-F238E27FC236}">
                <a16:creationId xmlns:a16="http://schemas.microsoft.com/office/drawing/2014/main" id="{D346F445-A213-D88F-1A70-2975E6C8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91343"/>
              </p:ext>
            </p:extLst>
          </p:nvPr>
        </p:nvGraphicFramePr>
        <p:xfrm>
          <a:off x="195876" y="1592589"/>
          <a:ext cx="2037873" cy="1125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102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54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4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1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ETH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FFFF"/>
                          </a:solidFill>
                        </a:rPr>
                        <a:t>1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77102BEF-C9B7-9A9E-0CE6-AF4DF7DDD1C0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2" name="MCC 사진 주석"/>
          <p:cNvSpPr txBox="1"/>
          <p:nvPr/>
        </p:nvSpPr>
        <p:spPr>
          <a:xfrm>
            <a:off x="2550000" y="2337591"/>
            <a:ext cx="610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E2F0D9"/>
                </a:solidFill>
              </a:rPr>
              <a:t>※ 32점안: TM3DI32K × 3 + TM3DQ32TK (HE10 커넥터형) — I/O 모듈 6개, 버스 확장 불필요</a:t>
            </a:r>
          </a:p>
          <a:p>
            <a:pPr algn="l"/>
            <a:r>
              <a:rPr sz="900" b="0">
                <a:solidFill>
                  <a:srgbClr val="E2F0D9"/>
                </a:solidFill>
              </a:rPr>
              <a:t>※ 합계 DI 120 / DO 56 / AO 4  ·  HE10 전용 케이블 별도 (TR 출력 케이블 5 m 이내)</a:t>
            </a:r>
          </a:p>
        </p:txBody>
      </p:sp>
      <p:graphicFrame>
        <p:nvGraphicFramePr>
          <p:cNvPr id="11" name="MCC 구성표">
            <a:extLst>
              <a:ext uri="{FF2B5EF4-FFF2-40B4-BE49-F238E27FC236}">
                <a16:creationId xmlns:a16="http://schemas.microsoft.com/office/drawing/2014/main" id="{EEA8C299-F8C2-39E9-9038-FE9A267C7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10196"/>
              </p:ext>
            </p:extLst>
          </p:nvPr>
        </p:nvGraphicFramePr>
        <p:xfrm>
          <a:off x="1480706" y="2930000"/>
          <a:ext cx="6884132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4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b="0">
                          <a:solidFill>
                            <a:srgbClr val="1F1F1F"/>
                          </a:solidFill>
                        </a:rPr>
                        <a:t>TM241CE40T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0">
                          <a:solidFill>
                            <a:srgbClr val="1F1F1F"/>
                          </a:solidFill>
                        </a:rPr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0">
                          <a:solidFill>
                            <a:srgbClr val="1F1F1F"/>
                          </a:solidFill>
                        </a:rPr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0">
                          <a:solidFill>
                            <a:srgbClr val="1F1F1F"/>
                          </a:solidFill>
                        </a:rPr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0">
                          <a:solidFill>
                            <a:srgbClr val="1F1F1F"/>
                          </a:solidFill>
                        </a:rPr>
                        <a:t>1ch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b="1">
                          <a:solidFill>
                            <a:srgbClr val="FF0000"/>
                          </a:solidFill>
                        </a:rPr>
                        <a:t>TM3DI32K × 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1">
                          <a:solidFill>
                            <a:srgbClr val="FF0000"/>
                          </a:solidFill>
                        </a:rPr>
                        <a:t>96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b="1">
                          <a:solidFill>
                            <a:srgbClr val="FF0000"/>
                          </a:solidFill>
                        </a:rPr>
                        <a:t>TM3DQ32TK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1">
                          <a:solidFill>
                            <a:srgbClr val="FF0000"/>
                          </a:solidFill>
                        </a:rPr>
                        <a:t>32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b="0">
                          <a:solidFill>
                            <a:srgbClr val="1F1F1F"/>
                          </a:solidFill>
                        </a:rPr>
                        <a:t>TM3DQ8T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0">
                          <a:solidFill>
                            <a:srgbClr val="1F1F1F"/>
                          </a:solidFill>
                        </a:rPr>
                        <a:t>8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b="1">
                          <a:solidFill>
                            <a:srgbClr val="FF0000"/>
                          </a:solidFill>
                        </a:rPr>
                        <a:t>TM3AQ4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 b="1">
                          <a:solidFill>
                            <a:srgbClr val="FF0000"/>
                          </a:solidFill>
                        </a:rPr>
                        <a:t>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</a:tbl>
          </a:graphicData>
        </a:graphic>
      </p:graphicFrame>
      <p:sp>
        <p:nvSpPr>
          <p:cNvPr id="16" name="タイトル 8">
            <a:extLst>
              <a:ext uri="{FF2B5EF4-FFF2-40B4-BE49-F238E27FC236}">
                <a16:creationId xmlns:a16="http://schemas.microsoft.com/office/drawing/2014/main" id="{B341AB97-843C-9177-978E-20660BA0888E}"/>
              </a:ext>
            </a:extLst>
          </p:cNvPr>
          <p:cNvSpPr txBox="1">
            <a:spLocks/>
          </p:cNvSpPr>
          <p:nvPr/>
        </p:nvSpPr>
        <p:spPr>
          <a:xfrm>
            <a:off x="411477" y="3463221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3" name="MCC 변경 표시"/>
          <p:cNvSpPr/>
          <p:nvPr/>
        </p:nvSpPr>
        <p:spPr>
          <a:xfrm>
            <a:off x="1350000" y="440000"/>
            <a:ext cx="5600000" cy="2700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32점안: TM3DI32K × 3 + TM3DQ32TK 적용 — 모듈 9 → 6개, 버스 확장 불필요</a:t>
            </a:r>
          </a:p>
        </p:txBody>
      </p:sp>
      <p:pic>
        <p:nvPicPr>
          <p:cNvPr id="24" name="MCC 구성 사진" descr="mcc32_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000" y="1031240"/>
            <a:ext cx="5294760" cy="128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2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FEE6-D6AA-590C-3FEF-6185C69A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AF036653-27AE-2E21-3C0F-25FC2FA5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세부내용 표</a:t>
            </a:r>
            <a:endParaRPr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1D5AC85-8A97-610E-09F2-F68D7B77FE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E1969D-2D32-980E-3722-15982189E6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0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350B-B7ED-0201-7917-A5A317C4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414182D-66A2-6FF0-9428-4EE1A07074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©2026 Schneider Electric. All Rights Reserved.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B99FC5-FCE9-3E4B-3F59-CC06918E1B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221A24C9-1286-D0F1-9047-3BE19E9E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세부 내용 표</a:t>
            </a:r>
            <a:endParaRPr lang="ja-JP" altLang="en-US" dirty="0"/>
          </a:p>
        </p:txBody>
      </p:sp>
      <p:graphicFrame>
        <p:nvGraphicFramePr>
          <p:cNvPr id="14" name="Table1 PLC 세부 내용 표"/>
          <p:cNvGraphicFramePr>
            <a:graphicFrameLocks noGrp="1"/>
          </p:cNvGraphicFramePr>
          <p:nvPr/>
        </p:nvGraphicFramePr>
        <p:xfrm>
          <a:off x="300000" y="820000"/>
          <a:ext cx="8540000" cy="358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40000"/>
                <a:gridCol w="1030000"/>
                <a:gridCol w="1030000"/>
                <a:gridCol w="1030000"/>
                <a:gridCol w="1030000"/>
                <a:gridCol w="1030000"/>
                <a:gridCol w="1030000"/>
                <a:gridCol w="1420000"/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TSU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ANU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ANU-S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MCC (DC24V)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정격전압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제조사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모델명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TM241C24R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TM241C24T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TM241C40R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TM241C40T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TM241C24R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TM3AQ2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TM241C24T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TM3AQ2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TM241CE40T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TM3DI32K × 3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TM3DQ32TK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TM3DQ8T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TM3AQ4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치수 (mm)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(Card 포함)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150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150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190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190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150 × 95 × 90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150 × 95 × 90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190 × 95 × 90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33.5 × 81.3 × 90 (×4)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27.4 × 84.6 × 90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FF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무게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(Card 포함)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0.42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0.42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0.53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0.53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0.535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0.535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1.257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메모리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DI/DO/AI/AO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14/10/0/0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14/10/0/0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24/16/0/0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24/16/0/0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14/10/0/2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14/10/0/2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120/56/0/4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선급인증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Reference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Marine Energy Saving System, Marine Crane, Marine Scrubber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제안 가격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440,000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440,000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570,000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570,000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580,000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580,000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1,450,000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Benefit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</a:rPr>
                        <a:t>슈나이더 일렉트릭 글로벌 서비스, 하나의 파일로 각 Project(</a:t>
                      </a:r>
                      <a:r>
                        <a:rPr sz="800" b="1">
                          <a:solidFill>
                            <a:srgbClr val="FF0000"/>
                          </a:solidFill>
                        </a:rPr>
                        <a:t>TSU, ANU, ANU-S, MCC</a:t>
                      </a:r>
                      <a:r>
                        <a:rPr sz="800">
                          <a:solidFill>
                            <a:srgbClr val="1F1F1F"/>
                          </a:solidFill>
                        </a:rPr>
                        <a:t>) 관리, SD카드를 통한 소스코드·펌웨어 다운로드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5" name="Table1 범례"/>
          <p:cNvSpPr txBox="1"/>
          <p:nvPr/>
        </p:nvSpPr>
        <p:spPr>
          <a:xfrm>
            <a:off x="3700000" y="560000"/>
            <a:ext cx="514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빨간 글씨 = 수정 내용  ·  MCC: 32점 모듈안  ·  제안 가격: 1대, VAT 별도, 2027년 기준  ·  치수·무게: 데이터시트 기준</a:t>
            </a:r>
          </a:p>
        </p:txBody>
      </p:sp>
    </p:spTree>
    <p:extLst>
      <p:ext uri="{BB962C8B-B14F-4D97-AF65-F5344CB8AC3E}">
        <p14:creationId xmlns:p14="http://schemas.microsoft.com/office/powerpoint/2010/main" val="238535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0628D0-720E-6E66-07DB-BA9590000F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11175"/>
            <a:ext cx="8229600" cy="511175"/>
          </a:xfrm>
        </p:spPr>
        <p:txBody>
          <a:bodyPr/>
          <a:lstStyle/>
          <a:p>
            <a:pPr rtl="0" eaLnBrk="1" latinLnBrk="0" hangingPunct="1"/>
            <a:r>
              <a:rPr lang="en-US" sz="1600" b="1" kern="1200">
                <a:solidFill>
                  <a:srgbClr val="3CCD58"/>
                </a:solidFill>
                <a:effectLst/>
                <a:ea typeface="+mn-ea"/>
                <a:cs typeface="+mn-cs"/>
              </a:rPr>
              <a:t>CLOSING SLIDE – </a:t>
            </a:r>
            <a:r>
              <a:rPr lang="en-US" sz="1600" kern="1200">
                <a:solidFill>
                  <a:srgbClr val="3CCD58"/>
                </a:solidFill>
                <a:effectLst/>
                <a:ea typeface="+mn-ea"/>
                <a:cs typeface="+mn-cs"/>
              </a:rPr>
              <a:t>Please keep this this slide in final presentation</a:t>
            </a:r>
            <a:endParaRPr lang="en-US">
              <a:effectLst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089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7DFC91E1-19F3-4AB8-98B8-048B0E215F85}"/>
    </a:ext>
  </a:extLst>
</a:theme>
</file>

<file path=ppt/theme/theme2.xml><?xml version="1.0" encoding="utf-8"?>
<a:theme xmlns:a="http://schemas.openxmlformats.org/drawingml/2006/main" name="Light green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16F3A3A5-BCAE-4840-921B-73C54AE406E1}"/>
    </a:ext>
  </a:extLst>
</a:theme>
</file>

<file path=ppt/theme/theme3.xml><?xml version="1.0" encoding="utf-8"?>
<a:theme xmlns:a="http://schemas.openxmlformats.org/drawingml/2006/main" name="Dark green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5092FD39-48E4-4B4F-BB1A-5501FDDF9EFA}"/>
    </a:ext>
  </a:extLst>
</a:theme>
</file>

<file path=ppt/theme/theme4.xml><?xml version="1.0" encoding="utf-8"?>
<a:theme xmlns:a="http://schemas.openxmlformats.org/drawingml/2006/main" name="Gradient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216A6587-9127-41DC-A935-80A8E1E54F9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389E82DC8ECA4DA9F4E837DF130057" ma:contentTypeVersion="6" ma:contentTypeDescription="Create a new document." ma:contentTypeScope="" ma:versionID="5035ae27c94b8289494ccc36324e7b38">
  <xsd:schema xmlns:xsd="http://www.w3.org/2001/XMLSchema" xmlns:xs="http://www.w3.org/2001/XMLSchema" xmlns:p="http://schemas.microsoft.com/office/2006/metadata/properties" xmlns:ns2="04b29720-357a-4de4-9fee-a16a0f9910b2" xmlns:ns3="31198d94-12b3-4b9f-84af-c511cbd37550" targetNamespace="http://schemas.microsoft.com/office/2006/metadata/properties" ma:root="true" ma:fieldsID="69827b7da33b64465d8c249576c76218" ns2:_="" ns3:_="">
    <xsd:import namespace="04b29720-357a-4de4-9fee-a16a0f9910b2"/>
    <xsd:import namespace="31198d94-12b3-4b9f-84af-c511cbd37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29720-357a-4de4-9fee-a16a0f9910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98d94-12b3-4b9f-84af-c511cbd37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661C0-8723-4882-8F1C-AB3DCF5F20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CF00BF-0DF2-4ACD-BF59-54E296D2E59C}">
  <ds:schemaRefs>
    <ds:schemaRef ds:uri="http://schemas.microsoft.com/office/infopath/2007/PartnerControls"/>
    <ds:schemaRef ds:uri="http://www.w3.org/XML/1998/namespace"/>
    <ds:schemaRef ds:uri="0b0b5cd7-2237-487b-b117-8ea44bceea30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aaaddd46-41cd-46fc-be13-f23289cc0a96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C5E136E-257F-44FB-B12E-50320B5519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29720-357a-4de4-9fee-a16a0f9910b2"/>
    <ds:schemaRef ds:uri="31198d94-12b3-4b9f-84af-c511cbd375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 Global Template</Template>
  <TotalTime>125</TotalTime>
  <Words>271</Words>
  <Application>Microsoft Office PowerPoint</Application>
  <PresentationFormat>화면 슬라이드 쇼(16:9)</PresentationFormat>
  <Paragraphs>156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Lucida Grande</vt:lpstr>
      <vt:lpstr>Zalando Sans</vt:lpstr>
      <vt:lpstr>Zalando Sans Medium</vt:lpstr>
      <vt:lpstr>맑은 고딕</vt:lpstr>
      <vt:lpstr>Aptos</vt:lpstr>
      <vt:lpstr>Arial</vt:lpstr>
      <vt:lpstr>Calibri</vt:lpstr>
      <vt:lpstr>Poppins</vt:lpstr>
      <vt:lpstr>White content slides</vt:lpstr>
      <vt:lpstr>Light green content slides</vt:lpstr>
      <vt:lpstr>Dark green content slides</vt:lpstr>
      <vt:lpstr>Gradient content slides</vt:lpstr>
      <vt:lpstr>PLC Configuration for Techross</vt:lpstr>
      <vt:lpstr>각 Project PLC 구성도 </vt:lpstr>
      <vt:lpstr>TSU</vt:lpstr>
      <vt:lpstr>ANU</vt:lpstr>
      <vt:lpstr>ANU-S</vt:lpstr>
      <vt:lpstr>MCC</vt:lpstr>
      <vt:lpstr>각 Project PLC 세부내용 표</vt:lpstr>
      <vt:lpstr>PLC 세부 내용 표</vt:lpstr>
      <vt:lpstr>CLOSING SLIDE – Please keep this this slide in final presentation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Sun-Cheol LEE</dc:creator>
  <cp:lastModifiedBy>Sun-Cheol LEE</cp:lastModifiedBy>
  <cp:revision>5</cp:revision>
  <dcterms:created xsi:type="dcterms:W3CDTF">2026-08-27T10:14:28Z</dcterms:created>
  <dcterms:modified xsi:type="dcterms:W3CDTF">2026-09-18T09:16:03Z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0x0101007F389E82DC8ECA4DA9F4E837DF130057</vt:lpwstr>
  </property>
  <property fmtid="{D5CDD505-2E9C-101B-9397-08002B2CF9AE}" pid="3" name="MediaServiceImageTags">
    <vt:lpwstr/>
  </property>
  <property fmtid="{D5CDD505-2E9C-101B-9397-08002B2CF9AE}" pid="4" name="_dlc_DocIdItemGuid">
    <vt:lpwstr>11bf3b14-efb8-474b-bab4-07f9a83906ee</vt:lpwstr>
  </property>
  <property fmtid="{D5CDD505-2E9C-101B-9397-08002B2CF9AE}" pid="5" name="ClassificationContentMarkingFooterLocations">
    <vt:lpwstr>White content slides:4\Light green content slides:4\Dark green content slides:4\Gradient content slides:9</vt:lpwstr>
  </property>
  <property fmtid="{D5CDD505-2E9C-101B-9397-08002B2CF9AE}" pid="6" name="ClassificationContentMarkingFooterText">
    <vt:lpwstr>Public</vt:lpwstr>
  </property>
</Properties>
</file>
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6" r:id="rId4"/>
    <p:sldMasterId id="2147484352" r:id="rId5"/>
    <p:sldMasterId id="2147484378" r:id="rId6"/>
    <p:sldMasterId id="2147484404" r:id="rId7"/>
  </p:sldMasterIdLst>
  <p:notesMasterIdLst>
    <p:notesMasterId r:id="rId17"/>
  </p:notesMasterIdLst>
  <p:handoutMasterIdLst>
    <p:handoutMasterId r:id="rId18"/>
  </p:handoutMasterIdLst>
  <p:sldIdLst>
    <p:sldId id="429" r:id="rId8"/>
    <p:sldId id="422" r:id="rId9"/>
    <p:sldId id="366" r:id="rId10"/>
    <p:sldId id="425" r:id="rId11"/>
    <p:sldId id="426" r:id="rId12"/>
    <p:sldId id="427" r:id="rId13"/>
    <p:sldId id="428" r:id="rId14"/>
    <p:sldId id="424" r:id="rId15"/>
    <p:sldId id="430" r:id="rId25"/>
    <p:sldId id="431" r:id="rId26"/>
    <p:sldId id="361" r:id="rId16"/>
  </p:sldIdLst>
  <p:sldSz cx="9144000" cy="5143500" type="screen16x9"/>
  <p:notesSz cx="7099300" cy="10234613"/>
  <p:defaultTextStyle>
    <a:defPPr>
      <a:defRPr lang="en-US"/>
    </a:defPPr>
    <a:lvl1pPr marL="0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1BBB43-D7E8-165D-6752-137C0A99B0BD}" name="Kayla Franey" initials="KF" userId="S::sesa750313@se.com::d3e436af-7e18-4265-9a8a-da8154df740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ackie Barlow" initials="" lastIdx="6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9530"/>
    <a:srgbClr val="000000"/>
    <a:srgbClr val="3DCD58"/>
    <a:srgbClr val="36C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69" autoAdjust="0"/>
    <p:restoredTop sz="94658"/>
  </p:normalViewPr>
  <p:slideViewPr>
    <p:cSldViewPr snapToGrid="0">
      <p:cViewPr varScale="1">
        <p:scale>
          <a:sx n="146" d="100"/>
          <a:sy n="146" d="100"/>
        </p:scale>
        <p:origin x="798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3"/>
        <p:guide pos="223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8/10/relationships/authors" Target="authors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122E3A8-67DD-A54D-9ACE-7F6180D1A288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B5D751CF-426F-9546-9000-18E529FDEB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927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5BCB8AE-B9B2-1648-AE7C-D9F4FF496627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7F34D1A-B7E5-DE48-8EA9-859D9DE6365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43336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4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52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36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19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03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87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71" algn="l" defTabSz="4571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34D1A-B7E5-DE48-8EA9-859D9DE6365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9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6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7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8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9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0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1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hyperlink" Target="https://www.se.com/ww/en/" TargetMode="External"/><Relationship Id="rId3" Type="http://schemas.openxmlformats.org/officeDocument/2006/relationships/hyperlink" Target="https://www.facebook.com/SchneiderElectric" TargetMode="External"/><Relationship Id="rId4" Type="http://schemas.openxmlformats.org/officeDocument/2006/relationships/image" Target="../media/image12.svg"/><Relationship Id="rId5" Type="http://schemas.openxmlformats.org/officeDocument/2006/relationships/hyperlink" Target="https://www.linkedin.com/company/schneider-electric/" TargetMode="External"/><Relationship Id="rId6" Type="http://schemas.openxmlformats.org/officeDocument/2006/relationships/image" Target="../media/image13.svg"/><Relationship Id="rId7" Type="http://schemas.openxmlformats.org/officeDocument/2006/relationships/hyperlink" Target="https://www.youtube.com/user/SchneiderCorporate" TargetMode="External"/><Relationship Id="rId8" Type="http://schemas.openxmlformats.org/officeDocument/2006/relationships/image" Target="../media/image14.svg"/><Relationship Id="rId9" Type="http://schemas.openxmlformats.org/officeDocument/2006/relationships/hyperlink" Target="https://twitter.com/SchneiderElec" TargetMode="External"/><Relationship Id="rId10" Type="http://schemas.openxmlformats.org/officeDocument/2006/relationships/image" Target="../media/image15.svg"/><Relationship Id="rId11" Type="http://schemas.openxmlformats.org/officeDocument/2006/relationships/hyperlink" Target="https://www.instagram.com/schneiderelectric/" TargetMode="External"/><Relationship Id="rId12" Type="http://schemas.openxmlformats.org/officeDocument/2006/relationships/image" Target="../media/image16.svg"/><Relationship Id="rId13" Type="http://schemas.openxmlformats.org/officeDocument/2006/relationships/hyperlink" Target="https://blog.se.com/" TargetMode="External"/><Relationship Id="rId14" Type="http://schemas.openxmlformats.org/officeDocument/2006/relationships/image" Target="../media/image17.sv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jpe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1.wdp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microsoft.com/office/2007/relationships/hdphoto" Target="../media/hdphoto2.wdp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hyperlink" Target="https://www.se.com/ww/en/" TargetMode="External"/><Relationship Id="rId5" Type="http://schemas.openxmlformats.org/officeDocument/2006/relationships/hyperlink" Target="https://www.facebook.com/SchneiderElectric" TargetMode="External"/><Relationship Id="rId6" Type="http://schemas.openxmlformats.org/officeDocument/2006/relationships/image" Target="../media/image22.svg"/><Relationship Id="rId7" Type="http://schemas.openxmlformats.org/officeDocument/2006/relationships/hyperlink" Target="https://www.linkedin.com/company/schneider-electric/" TargetMode="External"/><Relationship Id="rId8" Type="http://schemas.openxmlformats.org/officeDocument/2006/relationships/image" Target="../media/image23.svg"/><Relationship Id="rId9" Type="http://schemas.openxmlformats.org/officeDocument/2006/relationships/hyperlink" Target="https://www.youtube.com/user/SchneiderCorporate" TargetMode="External"/><Relationship Id="rId10" Type="http://schemas.openxmlformats.org/officeDocument/2006/relationships/image" Target="../media/image24.svg"/><Relationship Id="rId11" Type="http://schemas.openxmlformats.org/officeDocument/2006/relationships/hyperlink" Target="https://twitter.com/SchneiderElec" TargetMode="External"/><Relationship Id="rId12" Type="http://schemas.openxmlformats.org/officeDocument/2006/relationships/image" Target="../media/image25.svg"/><Relationship Id="rId13" Type="http://schemas.openxmlformats.org/officeDocument/2006/relationships/hyperlink" Target="https://www.instagram.com/schneiderelectric/" TargetMode="External"/><Relationship Id="rId14" Type="http://schemas.openxmlformats.org/officeDocument/2006/relationships/image" Target="../media/image26.svg"/><Relationship Id="rId15" Type="http://schemas.openxmlformats.org/officeDocument/2006/relationships/hyperlink" Target="https://blog.se.com/" TargetMode="External"/><Relationship Id="rId16" Type="http://schemas.openxmlformats.org/officeDocument/2006/relationships/image" Target="../media/image2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104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6278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0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699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9CEA2E0-4DBC-179F-0380-8694C018C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  <a:solidFill>
            <a:schemeClr val="bg1"/>
          </a:solidFill>
        </p:grpSpPr>
        <p:grpSp>
          <p:nvGrpSpPr>
            <p:cNvPr id="63" name="Picture 8">
              <a:extLst>
                <a:ext uri="{FF2B5EF4-FFF2-40B4-BE49-F238E27FC236}">
                  <a16:creationId xmlns:a16="http://schemas.microsoft.com/office/drawing/2014/main" id="{43529853-30DE-8788-1D13-4CB65DC8F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grpFill/>
          </p:grpSpPr>
          <p:grpSp>
            <p:nvGrpSpPr>
              <p:cNvPr id="70" name="Picture 8">
                <a:extLst>
                  <a:ext uri="{FF2B5EF4-FFF2-40B4-BE49-F238E27FC236}">
                    <a16:creationId xmlns:a16="http://schemas.microsoft.com/office/drawing/2014/main" id="{26357552-D5FD-B6AA-EF3F-8E58DEDA6F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grpFill/>
            </p:grpSpPr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6E6C988F-9FB1-11F4-F7DE-0AF324DB0EBD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CDBA08E-03F8-8628-1FDD-C15DB21CA4BC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3F30D26F-4879-7C7A-C5C3-2ACFF4085427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39989C7B-0000-E783-E0B5-E21D66E7674C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22A637FE-AC7C-140F-D222-F91BEF9D32C3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1E2F60A-F810-945B-DDCF-2AB47EB8A935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DDC12380-FC7C-5F78-766B-39BA659D701F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184A09A8-B17C-AB7B-CF89-1F1C0E7B34BA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F8CBE247-6AC6-4B5F-5AAF-54AF3E60EEC7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A7C7D74-20CD-CD5F-D447-1CCF65A1AE61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5431B91-3C02-2438-908A-B16EC834C548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24315FC4-5E77-8E01-A6BB-F86DAFB833B5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67" name="Picture 8">
              <a:extLst>
                <a:ext uri="{FF2B5EF4-FFF2-40B4-BE49-F238E27FC236}">
                  <a16:creationId xmlns:a16="http://schemas.microsoft.com/office/drawing/2014/main" id="{8C914F8D-408A-B9C1-E67B-0F0EC9A3D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grpFill/>
          </p:grpSpPr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8C6EB780-BCD9-0976-1868-BBBA4ADD44BF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517EAD80-4E70-9216-82A8-161E2CC54C1E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486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41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91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6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80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7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231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70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21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619" t="1619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118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085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49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3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bg2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1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457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56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0224C2C-5B4C-4BD7-EA34-E6AE001A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6AAD258-9E83-15A9-1F74-253BCA4B8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27957BD5-4C79-D4E1-67CA-48F39F52B6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6E08856-FB46-D36C-B198-0820F638DFCC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0B552631-FACB-731B-0B00-85C45CA6BA2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36054C4-D1F8-129F-4C57-1069DF4620E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D3ABB27F-97C3-8E4B-2F82-26203965D09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BB830B2-90E2-85E1-DB8B-02DD4042F94F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DF53D5E6-B5B6-B1F8-84B8-7304AA7202B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C8DEA5B-A232-36CF-DBC9-6EC8D9BE4CFF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7C86F455-4951-E1E2-2E33-4B7869030FF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B36D801B-DE4A-7BE9-01B9-895ADC76AD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972AED6-F96B-2AD6-60CA-739CF19273BC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5A6D6A-C115-891C-5DFB-874E7571DA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5950ED0-F813-8C65-B255-1336DBDA9DD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3ACF061-0E43-C74B-20DE-A2457394E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511C5D7-647E-FB4F-A84F-7E63A46B29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F6765CD-E5FC-5230-5664-847EF7E1A5B3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14317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349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286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BDF793-83A2-8B48-C392-47BD7BA11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C5F8C7B0-B8D3-A3E7-46E2-9B61721AF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4A053A19-C199-75A4-699A-BFD82341BC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893E8E4B-91E0-E170-8A2A-10B13450F3D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88CB5A13-C606-9EB8-F208-297F087694B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D916148A-7A26-98E4-F151-78DC4FB6329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A31DE38-37C3-2C02-00F4-24274B7379A5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BC2CB2DE-DC35-4237-D5E2-04E760869C06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A837C1EF-7443-B7A2-CF93-D99D650F7E69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F23ADCAA-30BA-9E17-86EC-D711F90B928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110245F8-5C2C-12AB-B2F1-6CA6D53228C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879F514C-181F-2F7D-2725-080AE622DF3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984F913-769E-5D77-239B-042D298C03A4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A0E8642-D6D2-B4F1-3110-19441D2426A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BBBB19F-A768-6290-26E0-2818678C7EF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F27BEC1E-3BEF-6795-DD5B-2BD3B5201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15524C62-A125-E889-D31A-B7CBCF1E8846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4379630A-B391-9CDE-076D-60294D6441B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4868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231008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572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85392"/>
            <a:ext cx="4114803" cy="860426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991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tx1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C7CC9-ED41-D6FA-B686-3B54DEC7B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22F4F61-EC67-2134-C575-ED5ECF6B0B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26CAA51A-2BBB-FDFC-CCCC-E1DD8233E8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FF863C46-F346-B4B8-7DCE-925ADA06DE72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6F876254-DDF2-88B9-1FF7-8485E678B9F7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C3D6209A-C7DF-5FF4-E92F-CC5C0AD809F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4E7D6A9-B2D2-880B-0520-4BBF0E453EE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6331A6F-1F6D-EBE2-4F9A-F93B8C4972AD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6502C00-672E-D7AD-3F8B-858ED9E95DA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1ADBD7B8-F329-18F7-E23B-2DD49C5F246B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C98FE053-9F40-2938-FBEF-74B80B8839A4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1A6537D-1EDE-C3AD-33B6-24E832F3012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0FCFC8-79AE-5662-7733-D2F6EF40180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B1ED01D-57B0-4B38-27DA-D4C81A25AF9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B20299D-FE15-FD2F-C826-2ABAAAD7DD26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9F5A3EA3-B980-E5D5-CC07-F152478EC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D0E818-8891-5106-2BBE-B92A26A538B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54ADB34D-C7AC-1AEF-859F-74FFD87B75B6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38837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4882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039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33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78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073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092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873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07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989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1" t="1731"/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1015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141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bg1">
              <a:lumMod val="85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695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35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tx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72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3490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26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092E77-107C-C74B-E0C5-233C28DC4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9550E0BF-6779-8792-3CBE-C26FDFF8F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C88D80EE-5E8D-C4B8-F7D4-361B57126E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6E3AF9DF-CF56-8FBE-A4F6-8F53B7F2F9B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0BF1C94-085B-B6D9-E26C-00E1CDB10DF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D7828FF1-A4D6-CC2F-90B4-177DF44E22EC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5469A6F-DDBF-2B31-C361-978180844197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295374C-9F44-D6E6-D810-C493B5FDFAA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D6FEB8B-0CB3-8F2B-9117-23A7D06E703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B3459A8-BFAB-7E15-A182-9E2F81E3850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841BB635-FBFE-9E9B-7E85-6349016508F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1C71A76-1DC4-3A7D-6272-6C984A6F798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C182053C-C37A-6646-9543-445998E43CFE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1956CE0B-F99E-9DBF-1FDB-FC768A8A879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DF39988-B502-193F-586F-98BF7259D7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D2E11641-FA6B-328D-6410-FF70F4E5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4876DB3-4805-877C-6AC8-46EB49B7883B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8F02AD03-1DA5-E4A9-564A-CAD454FA68B7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93863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349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tx1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016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B40A7C-7EC2-A650-4496-B60B78E3E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1EAEE570-87E4-B61A-EA85-1B9E3C380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8" name="Picture 8">
                <a:extLst>
                  <a:ext uri="{FF2B5EF4-FFF2-40B4-BE49-F238E27FC236}">
                    <a16:creationId xmlns:a16="http://schemas.microsoft.com/office/drawing/2014/main" id="{B09DEDCD-569D-7773-7597-3A4BCF9F2B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29AB25DD-8639-C0F6-2E53-2CC3B461B5D6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3CBB02FF-E114-AD2A-FCA2-44FC9BF066D1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FF2218AF-B0B2-370D-2913-8628BF55892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231BD74F-85D8-49D4-37ED-073E18B1E228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F97ABAF8-FBB9-91E3-06EA-00B09FA209FE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659FB3AC-5E32-5EA0-F8EE-140215E6083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8C7C338-DE63-EC75-A486-9DDC6FEAF88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FCEAA440-9B2C-A027-4126-BC793A5672AA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75FC3224-D9A8-01B8-F1A8-2436157F28F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B02DCC2-32CC-583D-36B5-2EF065DBEFE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14BADAC-C4C9-E21C-73F8-07D44F52AB27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99AAE8F-001F-9E3E-7BC3-75C47F5AE29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5" name="Picture 8">
              <a:extLst>
                <a:ext uri="{FF2B5EF4-FFF2-40B4-BE49-F238E27FC236}">
                  <a16:creationId xmlns:a16="http://schemas.microsoft.com/office/drawing/2014/main" id="{1A20161F-011D-1BBF-5418-37E46DE45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E11A22E8-00CC-9859-708E-D6C54F1050C2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E2402534-E40E-9660-D3E9-F305AB282DB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4345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2336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5200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0545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95330"/>
            <a:ext cx="4114803" cy="850487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484766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E96673-3026-B840-9C59-93FD6995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AC9891B7-CD5F-B619-B7F8-D8B9A9D40F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05BBA14B-4EDA-0F99-E3D8-C2711838D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014866C1-4CCD-980B-B08A-E8D0AB7957A9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9A36E02-08A6-AE08-E4A9-4BA34762C990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8B03C43B-04FE-7DFF-AFF7-BF3A896AD244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81A352-1B08-D3A7-F593-1BFA9CC815A0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A41114E0-F8D4-A454-1455-CF8AB9BDAF2C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C01FA979-3694-8694-A7A5-EBB9A33CE906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4C9BF2E-673B-3219-AC1D-CE67999E72B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0B16557A-BB7E-3CF6-264F-4D882E1A0A7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6186B922-D5AC-525B-9E95-441437578298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D02797E-A62B-9AEA-AF94-2E87AAEE9A4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CC6953F-FE05-06D1-A405-677876F9D5A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2B23AF1-D0CB-2133-42ED-41A081E1743B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27381D6C-820A-8651-E6FC-5EDE61069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2197DDE-8E60-B8C4-CBF5-5FB316A85F3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FCC3E01E-C5DF-F102-0DD9-BF03EF03ED3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00920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923391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67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98325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580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63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7565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012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08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101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7196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589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49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66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95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6397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7444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E0295E-CBCC-23CC-EDF4-96EBAEE65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7B9A8E15-B436-7833-2DE3-6A7CB204BA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FA790AEB-2C2E-A5CD-5E94-057B09A622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A99C3390-98B6-96DF-1FB3-A216CC1E02FE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08DD100-2705-9992-41D4-FFB86AEC879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C036368F-A75A-22B3-653A-081756EF3ED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43D6619B-57EE-4E5E-EE31-A7669A1E3D02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39F9BDB7-76A0-0F6D-C17C-2A8E1069BC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096F02EA-7157-7561-4BED-975A8AA64D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F1AC0E5-B39A-B90B-848C-BA81095ACFD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EF85CFCE-B23B-511F-71BC-E980CBCD6407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B476467-11CC-707E-46B0-28C22F463060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B8C6DC-5BDC-CEBD-82AE-93B8FD7BC77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8553786-DC70-5B38-9983-25A718CC8F7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77F697B-672E-754C-9624-4647875387EC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A736556C-FEBB-4F4E-815E-41C3741F5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2D7085A-C3E6-D45C-CEDB-071675B80B2A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C79B56AF-6F91-51EE-784B-1A5A1765EFA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151233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6338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BDA8164-F715-E8C8-775C-34E5080D3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60733" y="1262023"/>
            <a:ext cx="1806130" cy="1450949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7528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.com capsule" descr="SE.com CTA&#10;">
            <a:hlinkClick r:id="rId2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3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5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7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9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1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3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1B6E44-1B65-91A3-392A-22AB2259F3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91568" y="4533443"/>
            <a:ext cx="1652432" cy="6100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869316-9FAE-9172-6242-EC933F7A69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  <a:solidFill>
            <a:schemeClr val="bg2"/>
          </a:solidFill>
        </p:grpSpPr>
        <p:grpSp>
          <p:nvGrpSpPr>
            <p:cNvPr id="4" name="Picture 8">
              <a:extLst>
                <a:ext uri="{FF2B5EF4-FFF2-40B4-BE49-F238E27FC236}">
                  <a16:creationId xmlns:a16="http://schemas.microsoft.com/office/drawing/2014/main" id="{31555BAA-F314-223F-19E4-3A93B47EFB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grpFill/>
          </p:grpSpPr>
          <p:grpSp>
            <p:nvGrpSpPr>
              <p:cNvPr id="20" name="Picture 8">
                <a:extLst>
                  <a:ext uri="{FF2B5EF4-FFF2-40B4-BE49-F238E27FC236}">
                    <a16:creationId xmlns:a16="http://schemas.microsoft.com/office/drawing/2014/main" id="{DCD588CC-2453-4C2C-F50D-026C2A594D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grpFill/>
            </p:grpSpPr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CF7ED38A-88F8-4D93-C399-B5E93A98F28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0911740-B90E-34BD-F3CD-80AC2BCEFBCE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21C263D3-26BB-2A19-DD41-2664426EDC21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BA98DFB3-2168-6C2F-5708-6BEF77F4278F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E5032BB9-E117-0C09-960A-E55F503826BA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F175B213-6689-FC4F-DAEC-1145C1D2D30C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288B6E91-942B-F78A-CCAE-69037F6B745C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D6D25D7B-A544-DF1B-7928-89ECF8E63B68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grpFill/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3AAE4A0-C3F0-079B-E6B9-B4414D3814C6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DE998296-CE33-9725-CAEB-AE4755A5584D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6244A1C-9871-30B3-E2D2-41A5FCEDF8C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7FA99D3-4A11-562D-AC95-1DB737358B0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grpFill/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Picture 8">
              <a:extLst>
                <a:ext uri="{FF2B5EF4-FFF2-40B4-BE49-F238E27FC236}">
                  <a16:creationId xmlns:a16="http://schemas.microsoft.com/office/drawing/2014/main" id="{4C8FCE02-4FC2-3FE7-B1BE-D6C5BF659E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grpFill/>
          </p:grpSpPr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8E078D7-2569-90DE-5EEA-3158A77B1A90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5B540775-490A-399B-ECFA-CD830384C19E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grpFill/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3698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EF2642-A114-AFE4-0E53-8C3246A1C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66" t="3889" r="827" b="422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29358"/>
            <a:ext cx="8291515" cy="7104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68E0CD-5241-CF25-0D1A-1451CD3AB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1FFD5-511F-9291-335C-F1780A2E2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DDAD8115-CD20-8582-097E-4AF379D8D9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34" name="Picture 8">
                <a:extLst>
                  <a:ext uri="{FF2B5EF4-FFF2-40B4-BE49-F238E27FC236}">
                    <a16:creationId xmlns:a16="http://schemas.microsoft.com/office/drawing/2014/main" id="{B097CECA-4AE3-8361-9171-9418285B3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D4BD44-2DC6-FD17-5310-887CE1DC9AAF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10C6F0C9-0ABD-E43D-2E37-F6EA195F3C3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4D048E2F-76E6-515E-71B2-552876AABFFF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8443DA47-C36E-366E-D896-D4ECC5C00FF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DC1E867-9BAB-965A-371B-B27B84023AF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247897DF-E543-DC81-C349-79AF24FBCA1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4DB8947-0699-2AE1-D07D-4157B9A8572A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90E78B46-3637-997C-81AF-06E70DF9892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AB19736B-5AEA-9E4D-5366-15F81570BD6B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361BA47-A4E8-6F4C-2D0D-FE8FE010D26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3506D36-73D3-BA40-FF9C-EE7AB0E45560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976B3E-9747-D353-5C6A-32C51F20276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1" name="Picture 8">
              <a:extLst>
                <a:ext uri="{FF2B5EF4-FFF2-40B4-BE49-F238E27FC236}">
                  <a16:creationId xmlns:a16="http://schemas.microsoft.com/office/drawing/2014/main" id="{92EF1D42-58E5-8861-D7AD-00015214E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BD0A8182-FE36-91A5-FCB7-D4ABA2998DF9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737FABA-9100-0C62-58C1-F7C37F6C86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040526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0D8A4D-3C08-ED9C-B2F5-76F635F375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515429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wo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425871"/>
            <a:ext cx="8229601" cy="612036"/>
          </a:xfrm>
        </p:spPr>
        <p:txBody>
          <a:bodyPr/>
          <a:lstStyle/>
          <a:p>
            <a:r>
              <a:rPr lang="en-US"/>
              <a:t>Click to edit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67680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8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Offer co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365514"/>
            <a:ext cx="4114803" cy="880304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</a:t>
            </a:r>
            <a:br>
              <a:rPr lang="en-US"/>
            </a:br>
            <a:r>
              <a:rPr lang="en-US"/>
              <a:t>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4114803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4114803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F0A24E5-CBCF-AFA0-A6A9-0FB50E5B9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873880" y="1140660"/>
            <a:ext cx="3438016" cy="2591734"/>
          </a:xfr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Graphic 2">
            <a:extLst>
              <a:ext uri="{FF2B5EF4-FFF2-40B4-BE49-F238E27FC236}">
                <a16:creationId xmlns:a16="http://schemas.microsoft.com/office/drawing/2014/main" id="{18C0A611-8854-0F9A-1E70-8AF35878A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26575" y="870214"/>
            <a:ext cx="3132626" cy="3132626"/>
          </a:xfrm>
          <a:custGeom>
            <a:avLst/>
            <a:gdLst>
              <a:gd name="csX0" fmla="*/ 254154 w 3132626"/>
              <a:gd name="csY0" fmla="*/ 2878473 h 3132626"/>
              <a:gd name="csX1" fmla="*/ 2421296 w 3132626"/>
              <a:gd name="csY1" fmla="*/ 2421296 h 3132626"/>
              <a:gd name="csX2" fmla="*/ 2878473 w 3132626"/>
              <a:gd name="csY2" fmla="*/ 254154 h 3132626"/>
              <a:gd name="csX3" fmla="*/ 711331 w 3132626"/>
              <a:gd name="csY3" fmla="*/ 711331 h 3132626"/>
              <a:gd name="csX4" fmla="*/ 254154 w 3132626"/>
              <a:gd name="csY4" fmla="*/ 2878473 h 31326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132626" h="3132626">
                <a:moveTo>
                  <a:pt x="254154" y="2878473"/>
                </a:moveTo>
                <a:cubicBezTo>
                  <a:pt x="726348" y="3350667"/>
                  <a:pt x="1696598" y="3145994"/>
                  <a:pt x="2421296" y="2421296"/>
                </a:cubicBezTo>
                <a:cubicBezTo>
                  <a:pt x="3145994" y="1696598"/>
                  <a:pt x="3350667" y="726348"/>
                  <a:pt x="2878473" y="254154"/>
                </a:cubicBezTo>
                <a:cubicBezTo>
                  <a:pt x="2406279" y="-218040"/>
                  <a:pt x="1436029" y="-13367"/>
                  <a:pt x="711331" y="711331"/>
                </a:cubicBezTo>
                <a:cubicBezTo>
                  <a:pt x="-13367" y="1436029"/>
                  <a:pt x="-218040" y="2406279"/>
                  <a:pt x="254154" y="2878473"/>
                </a:cubicBezTo>
              </a:path>
            </a:pathLst>
          </a:custGeom>
          <a:noFill/>
          <a:ln w="12063" cap="flat">
            <a:solidFill>
              <a:schemeClr val="accent1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C2D177-DDCF-DF00-200F-D918E72066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32983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D24D3E9-2B0E-7092-E1D3-46598881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itle placeholder">
            <a:extLst>
              <a:ext uri="{FF2B5EF4-FFF2-40B4-BE49-F238E27FC236}">
                <a16:creationId xmlns:a16="http://schemas.microsoft.com/office/drawing/2014/main" id="{8A7D6771-8BD6-56F2-C651-0270416CB28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7" y="2530056"/>
            <a:ext cx="8291515" cy="759622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>
            <a:lvl1pPr marL="0" indent="0" algn="l">
              <a:lnSpc>
                <a:spcPts val="3200"/>
              </a:lnSpc>
              <a:buFont typeface="Arial"/>
              <a:buNone/>
              <a:defRPr sz="2800" b="0">
                <a:solidFill>
                  <a:schemeClr val="accent5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0" name="Subtitle placeholder">
            <a:extLst>
              <a:ext uri="{FF2B5EF4-FFF2-40B4-BE49-F238E27FC236}">
                <a16:creationId xmlns:a16="http://schemas.microsoft.com/office/drawing/2014/main" id="{A0209106-701E-0FA4-8D66-ECA5A68A87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8" y="3460479"/>
            <a:ext cx="8291515" cy="2154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 baseline="0">
                <a:solidFill>
                  <a:schemeClr val="accent5"/>
                </a:solidFill>
                <a:latin typeface="+mj-lt"/>
              </a:defRPr>
            </a:lvl1pPr>
            <a:lvl2pPr marL="4571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optional subtitle</a:t>
            </a:r>
          </a:p>
        </p:txBody>
      </p:sp>
      <p:sp>
        <p:nvSpPr>
          <p:cNvPr id="11" name="Presenter and date">
            <a:extLst>
              <a:ext uri="{FF2B5EF4-FFF2-40B4-BE49-F238E27FC236}">
                <a16:creationId xmlns:a16="http://schemas.microsoft.com/office/drawing/2014/main" id="{9E6291D9-FE63-E170-EF88-D3B4E6547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4108905"/>
            <a:ext cx="8291515" cy="215445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100" baseline="0">
                <a:solidFill>
                  <a:schemeClr val="accent5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noProof="0"/>
              <a:t>Presented by: </a:t>
            </a:r>
          </a:p>
          <a:p>
            <a:pPr lvl="0"/>
            <a:endParaRPr lang="en-AU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E19C8E-65A7-0320-1216-B88C04D07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2AB0EF-B763-13BC-189E-A46AC7B6F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19645BDB-0DA8-4003-B6BC-B49A1EE66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14307C07-5D67-00A1-B10B-5C8B166BD0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038545C-81F5-149A-8556-E6AC9B06C0A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3A8FE5D-6BE9-123E-B64F-EAA8C0040139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96E06B62-9D21-CF71-2EE3-EA8DC52C0F58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AC8AA93-57B7-3A25-DE25-EBB8CA0174FC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085932C9-A958-0956-8C6E-D051A83957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6BFF7E-39C6-73BA-88C9-2E07F88EC662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6608C1B-DB00-EF1A-1D76-A2373114E04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E51096A3-535B-D125-795A-304B0E13427C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D6C0B44D-7961-1CD5-B758-0086EF076DA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E855903F-D404-E90D-8856-F707D6BCF2B6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F24FC8B-6D7C-2BF7-AEA3-3C937C864C4F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CABBD12A-1D5C-276E-7812-CC4AA9C62321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3" name="Picture 8">
              <a:extLst>
                <a:ext uri="{FF2B5EF4-FFF2-40B4-BE49-F238E27FC236}">
                  <a16:creationId xmlns:a16="http://schemas.microsoft.com/office/drawing/2014/main" id="{8A695A7C-DFD8-6767-8B52-DEE72673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2CAAC340-262F-EF3F-CA7C-129F7F4CD838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DF9DAAC4-6F67-F4BD-ED4F-F044C8BEB649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218254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84D18E-C2CA-1169-88BB-B7B75C75D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83B956-AD5F-6D04-C60C-6FD76DA926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61E804F-FCCC-64F5-BF59-34EE4B0DD6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4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C10F8D-4ACD-29DE-BF3F-6824C1E8EE5D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7200" y="1508393"/>
            <a:ext cx="8229600" cy="28159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898096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E5ED52-30B3-BE25-9332-21A6FE679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88EF9-D7B6-AA54-5A20-313BF28B4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6ACB27-722A-4BA5-592A-D2ADB9271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469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DD95CC-33E4-2547-EC3A-85A1C4D75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B97FC-EDBF-F20F-99E4-CBD75B0B11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7181-667F-C675-9C08-9897FFA3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A2ED88F-146C-B167-81BA-A81A0D97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6E02C3CF-66C3-019F-E134-8ABBC5486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170AEF10-FA86-6B7A-31A4-F03E45FB7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8CFDF687-2E59-351C-810C-08D851192BE4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3AF152DE-05D0-EE78-F3E4-93074EFAEFE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10B9328-43DA-2A5F-5EC8-71572AC77240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374F88FF-9815-35FD-65D1-ACE172B2C5AD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0CFA771F-C9B9-623C-665A-621BAC39E4E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49002B5E-A125-3708-2170-2C85103EB7F0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C466E0B9-9B06-C0CB-EA2E-DE65FBFF6586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5F14D65C-C2C2-F0E1-5E66-E370DCEC5C7E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C8090CCD-4BF2-7002-9D5B-2AAF3D05441C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29D2C28-B41D-14BB-A484-BEF3A22746B5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C2C1330-F3E4-05AB-8F2D-25EA1BD7B0A2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A9A9E23-62DE-398F-73F0-8FF454872FE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1BB50EB6-4073-1DD4-1C30-0DAE5C384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F857A6F-7A9A-9895-CEFA-C04FFE18000C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7C4C68A7-AA97-E244-2711-3777040B4C32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242778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2/3 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FD2F15C-D9F6-79E3-0853-A5F589E566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ubhead placeholder">
            <a:extLst>
              <a:ext uri="{FF2B5EF4-FFF2-40B4-BE49-F238E27FC236}">
                <a16:creationId xmlns:a16="http://schemas.microsoft.com/office/drawing/2014/main" id="{A74A2D14-92D0-25EA-BDAE-34BF7C66D27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1553B87B-7AFF-7944-B12E-D7F3693BB8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667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aption placeholder">
            <a:extLst>
              <a:ext uri="{FF2B5EF4-FFF2-40B4-BE49-F238E27FC236}">
                <a16:creationId xmlns:a16="http://schemas.microsoft.com/office/drawing/2014/main" id="{96972F63-46C7-AEA3-46DC-D60BC24F8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8" y="4341813"/>
            <a:ext cx="5437187" cy="15398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F4FF31-2AE4-F039-5C15-022D284C5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B24F5F-C764-5FFB-250D-85C0F62E2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696914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27D1CA7-EDEB-3610-52F7-7B6426D27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BA306589-E832-5282-7364-9B24ED19C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821587E-21FB-BC44-BBB2-94A1EF5DB1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5449625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538DE3F4-227D-5ED8-5226-3C6D8FBFA65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202885" y="1508393"/>
            <a:ext cx="2483909" cy="28159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427A184-EBE7-5533-296C-DBF6564E2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BF41B99-5A3E-3131-6052-E65D1F2AF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5807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713425"/>
            <a:ext cx="4013901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9" y="1352550"/>
            <a:ext cx="4013900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9" y="1713425"/>
            <a:ext cx="4013900" cy="261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3CF50C1-317F-A1F5-F963-9FB813C6D1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354D5B1-1A32-08B3-62BF-33D726555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3479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subtitle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880565-89B2-378C-30FA-CAB527EF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478A43DC-F456-9C6E-CF0A-AF863C472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F3EEF300-F8F6-8740-1400-2E8E6FCA9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E9238C80-1851-AD77-C122-38242EC901F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4099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aption placeholder">
            <a:extLst>
              <a:ext uri="{FF2B5EF4-FFF2-40B4-BE49-F238E27FC236}">
                <a16:creationId xmlns:a16="http://schemas.microsoft.com/office/drawing/2014/main" id="{58E6EFFC-222E-B2D8-58CD-228ACD988E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4098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86CB4A19-277A-883C-A98E-DD0E122D105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672897" y="1508393"/>
            <a:ext cx="4013901" cy="26476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aption placeholder">
            <a:extLst>
              <a:ext uri="{FF2B5EF4-FFF2-40B4-BE49-F238E27FC236}">
                <a16:creationId xmlns:a16="http://schemas.microsoft.com/office/drawing/2014/main" id="{27FFDB53-77B8-F186-6550-A30CF83C9B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2897" y="4341813"/>
            <a:ext cx="4013901" cy="1587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300"/>
              </a:lnSpc>
              <a:defRPr sz="11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E2A5DF1-6EDD-795D-B0DD-947EAA48B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B5E85EC-DC6B-0539-73DF-75FA67FC5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1251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02619C0-AEBE-3919-DAB6-6409613C6E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3CA7C499-E5ED-F4AB-FCAD-CD154076301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09BE40C7-2417-56E8-24FC-DA9FF99860D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">
            <a:extLst>
              <a:ext uri="{FF2B5EF4-FFF2-40B4-BE49-F238E27FC236}">
                <a16:creationId xmlns:a16="http://schemas.microsoft.com/office/drawing/2014/main" id="{61834C9E-98B2-CD8C-AA0A-1DA16356296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299086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BEC9AEA6-E903-65D8-B27F-6044273D9DF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140970" y="1508393"/>
            <a:ext cx="2545828" cy="281595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285B6F-7A23-73F1-099E-AD70CB74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991A69-333C-1CE1-C865-3CC0512F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9611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head placeholder">
            <a:extLst>
              <a:ext uri="{FF2B5EF4-FFF2-40B4-BE49-F238E27FC236}">
                <a16:creationId xmlns:a16="http://schemas.microsoft.com/office/drawing/2014/main" id="{D8DDF7F1-42A9-84B7-3BC3-011A76BC97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BBE0EB71-5457-15AA-6C6E-C132E696DA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Content placeholder" descr="Image placeholder">
            <a:extLst>
              <a:ext uri="{FF2B5EF4-FFF2-40B4-BE49-F238E27FC236}">
                <a16:creationId xmlns:a16="http://schemas.microsoft.com/office/drawing/2014/main" id="{B3171895-91FA-984A-52C9-210E37055A6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52815CA-11DE-C3F9-276C-34778BF0F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D949FB-2108-2F7F-90F3-EE81E2879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8135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object and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1076034-18F4-EF79-1AE3-075FD28FD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1" y="0"/>
            <a:ext cx="9127098" cy="51435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025B4089-79C3-6003-0DC6-4259A66D35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Subhead placeholder">
            <a:extLst>
              <a:ext uri="{FF2B5EF4-FFF2-40B4-BE49-F238E27FC236}">
                <a16:creationId xmlns:a16="http://schemas.microsoft.com/office/drawing/2014/main" id="{663B54C8-9BEF-AA9B-5AFB-AEA4B07ED0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822960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365F77A7-C9B8-1C63-8040-75FC1835C4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" descr="Image placeholder">
            <a:extLst>
              <a:ext uri="{FF2B5EF4-FFF2-40B4-BE49-F238E27FC236}">
                <a16:creationId xmlns:a16="http://schemas.microsoft.com/office/drawing/2014/main" id="{5A1FEAC2-7BFF-B2B2-2E42-A49B2499661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26656" y="1508393"/>
            <a:ext cx="3960140" cy="2815956"/>
          </a:xfrm>
          <a:prstGeom prst="roundRect">
            <a:avLst>
              <a:gd name="adj" fmla="val 4172"/>
            </a:avLst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06A5C7D-1F84-D149-6EFE-842B2F585A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13575A3-F067-EA24-D8BD-6F80513A9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8835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alf page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9B50AAE-14AA-3CA4-4AE3-835BE15BEE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8" y="425736"/>
            <a:ext cx="3951990" cy="549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ubhead placeholder">
            <a:extLst>
              <a:ext uri="{FF2B5EF4-FFF2-40B4-BE49-F238E27FC236}">
                <a16:creationId xmlns:a16="http://schemas.microsoft.com/office/drawing/2014/main" id="{575C2031-DA59-A055-52CC-761A67068B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1132668"/>
            <a:ext cx="3951990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7" name="Text placeholder">
            <a:extLst>
              <a:ext uri="{FF2B5EF4-FFF2-40B4-BE49-F238E27FC236}">
                <a16:creationId xmlns:a16="http://schemas.microsoft.com/office/drawing/2014/main" id="{2758CEBB-DB2F-17EE-BA62-08822521E98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3951990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" descr="Image placeholder">
            <a:extLst>
              <a:ext uri="{FF2B5EF4-FFF2-40B4-BE49-F238E27FC236}">
                <a16:creationId xmlns:a16="http://schemas.microsoft.com/office/drawing/2014/main" id="{984A6C73-609D-4A15-AB1B-9F5652394E5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1" y="0"/>
            <a:ext cx="45720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0E8EA2-E82B-4672-694D-72034541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7AEB557-F875-7E5B-1DF8-C19428A03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7278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1/3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00FCB67-5B6B-2216-9504-7BED6617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25872"/>
            <a:ext cx="5425442" cy="28923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22901A26-9741-E8EE-2A1E-3420FC22B1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8" y="851103"/>
            <a:ext cx="5425442" cy="2109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3653E5CB-B954-B651-AC7B-F991623A5D4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8" y="1508394"/>
            <a:ext cx="5425442" cy="28159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" descr="Image placeholder">
            <a:extLst>
              <a:ext uri="{FF2B5EF4-FFF2-40B4-BE49-F238E27FC236}">
                <a16:creationId xmlns:a16="http://schemas.microsoft.com/office/drawing/2014/main" id="{F7874DD1-0CC4-368A-2336-D7B8829E672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8400" y="0"/>
            <a:ext cx="3045600" cy="5143499"/>
          </a:xfrm>
          <a:prstGeom prst="rect">
            <a:avLst/>
          </a:prstGeom>
          <a:solidFill>
            <a:schemeClr val="tx1">
              <a:lumMod val="50000"/>
              <a:alpha val="20000"/>
            </a:schemeClr>
          </a:solidFill>
        </p:spPr>
        <p:txBody>
          <a:bodyPr vert="horz" lIns="252000" tIns="252000" rIns="252000" bIns="252000"/>
          <a:lstStyle>
            <a:lvl1pPr marL="0" indent="0">
              <a:buNone/>
              <a:defRPr sz="1050">
                <a:solidFill>
                  <a:schemeClr val="tx1"/>
                </a:solidFill>
              </a:defRPr>
            </a:lvl1pPr>
            <a:lvl2pPr marL="442913" indent="-265113">
              <a:buFont typeface="Arial"/>
              <a:buChar char="•"/>
              <a:defRPr sz="1800">
                <a:solidFill>
                  <a:schemeClr val="accent1"/>
                </a:solidFill>
              </a:defRPr>
            </a:lvl2pPr>
            <a:lvl3pPr marL="708025" indent="-228600">
              <a:buFont typeface="Lucida Grande"/>
              <a:buChar char="–"/>
              <a:defRPr sz="1600">
                <a:solidFill>
                  <a:schemeClr val="accent1"/>
                </a:solidFill>
              </a:defRPr>
            </a:lvl3pPr>
            <a:lvl4pPr marL="976313" indent="-228600">
              <a:buFont typeface="Lucida Grande"/>
              <a:buChar char="–"/>
              <a:defRPr sz="1400">
                <a:solidFill>
                  <a:schemeClr val="accent1"/>
                </a:solidFill>
              </a:defRPr>
            </a:lvl4pPr>
            <a:lvl5pPr marL="1258888" indent="-231775" defTabSz="314325">
              <a:buFont typeface="Lucida Grande"/>
              <a:buChar char="–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CB710F-3CCF-3B7E-3628-1ABE44D68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8A89A-9E58-705F-6B28-FD2DC9C7F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18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D0C5-A8C0-C757-0E3A-4B8617243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DEED3-4ED7-83E9-DDFD-DAEB86E71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517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489A397-BFF7-F66A-0AF8-332429A59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86A215D-506C-A26E-5369-01F15C813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2" name="Agenda placeholder">
            <a:extLst>
              <a:ext uri="{FF2B5EF4-FFF2-40B4-BE49-F238E27FC236}">
                <a16:creationId xmlns:a16="http://schemas.microsoft.com/office/drawing/2014/main" id="{1B8BB3E6-4B98-DE9C-FD65-86C75C7D5E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7" y="1504950"/>
            <a:ext cx="8229601" cy="28194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>
              <a:buClr>
                <a:schemeClr val="accent1"/>
              </a:buClr>
              <a:buFont typeface="+mj-lt"/>
              <a:buAutoNum type="arabicPeriod"/>
              <a:defRPr/>
            </a:lvl1pPr>
            <a:lvl2pPr marL="522281" indent="-342900">
              <a:buFont typeface="+mj-lt"/>
              <a:buAutoNum type="arabicPeriod"/>
              <a:defRPr/>
            </a:lvl2pPr>
            <a:lvl3pPr marL="701662" indent="-342900">
              <a:buFont typeface="+mj-lt"/>
              <a:buAutoNum type="arabicPeriod"/>
              <a:defRPr/>
            </a:lvl3pPr>
            <a:lvl4pPr marL="882631" indent="-342900">
              <a:buFont typeface="+mj-lt"/>
              <a:buAutoNum type="arabicPeriod"/>
              <a:defRPr/>
            </a:lvl4pPr>
            <a:lvl5pPr marL="1054075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7C73477-AE26-FE8C-C7D9-018EF51039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AD62B-3E3B-B867-E001-AFBB77CA6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63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"/>
          <p:cNvSpPr>
            <a:spLocks noGrp="1"/>
          </p:cNvSpPr>
          <p:nvPr>
            <p:ph type="title" hasCustomPrompt="1"/>
          </p:nvPr>
        </p:nvSpPr>
        <p:spPr>
          <a:xfrm>
            <a:off x="457197" y="2155230"/>
            <a:ext cx="8229601" cy="396597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4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7" name="Subhead placeholder">
            <a:extLst>
              <a:ext uri="{FF2B5EF4-FFF2-40B4-BE49-F238E27FC236}">
                <a16:creationId xmlns:a16="http://schemas.microsoft.com/office/drawing/2014/main" id="{1EF4D315-0037-21FE-3F91-14D2D04E7A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8" y="2752292"/>
            <a:ext cx="8229600" cy="27009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600"/>
              </a:lnSpc>
              <a:defRPr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subhead</a:t>
            </a:r>
            <a:endParaRPr lang="en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3626D6-F71A-A6C5-FADC-D0E010342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C04D41-B75D-1285-AA92-EECD26B8D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858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8521EE-C326-976B-69A5-A00E6FC7D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4C7D64-F28B-616F-AB18-2A9E5A08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1396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C8286D9-35F7-7D06-11A7-849A4DF8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9144000" cy="5143500"/>
          </a:xfrm>
          <a:solidFill>
            <a:schemeClr val="tx1">
              <a:lumMod val="50000"/>
            </a:schemeClr>
          </a:solidFill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E48CF-F7EF-9503-0E14-489C1FB58E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29097-003B-62E9-F757-27AEAB8D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C17309-D235-2F02-C7BC-2ED207AC7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B34E9C5A-7C1E-684B-3D5C-7FDD5078D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4" name="Picture 8">
                <a:extLst>
                  <a:ext uri="{FF2B5EF4-FFF2-40B4-BE49-F238E27FC236}">
                    <a16:creationId xmlns:a16="http://schemas.microsoft.com/office/drawing/2014/main" id="{056C87CB-0E9F-4AAE-E682-6DCD0E64D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11EE0F8E-D397-4562-858F-C20CBA878A4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08B917A-FA2A-D94F-0EB3-219CBA786F8D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B247440A-0137-BC0F-DE6A-EB4F06321AF2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252FB1A5-2B8F-AC56-1B4A-04AE97950FD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48F7AC21-17F3-8760-C5DC-E381C3E294D2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9B45C192-361E-7FEB-724D-216099B72771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471BD1C-B6B6-4823-886D-DE3EBE7261F3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8F207A8-5030-70EE-B756-ECE0F157F339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1AC62627-4559-2E36-D238-A41796BBF183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BF3A6E9-2638-FF28-E37F-8906A64ACB10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ADC27F4-A6D2-9443-00CB-6FF8B30CE58B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52BA7CF-AAE4-A601-E351-549CC4EB55FA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901CD15E-048C-8764-38EA-DC13A7D59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C20C8B5-573A-9BAE-58D1-5C340A82452D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A5C0089-7A66-CE74-8960-8776D26A8395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5753297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for longer copy with sketc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7FB687-76FF-D941-E0D1-48A956199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">
            <a:extLst>
              <a:ext uri="{FF2B5EF4-FFF2-40B4-BE49-F238E27FC236}">
                <a16:creationId xmlns:a16="http://schemas.microsoft.com/office/drawing/2014/main" id="{75187661-3C86-7F12-F92F-AFD20271BA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7" y="1875296"/>
            <a:ext cx="5883781" cy="1393104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algn="l">
              <a:lnSpc>
                <a:spcPts val="3800"/>
              </a:lnSpc>
              <a:defRPr sz="3400" b="0" baseline="0">
                <a:solidFill>
                  <a:schemeClr val="accent5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quote/lead or other</a:t>
            </a:r>
            <a:br>
              <a:rPr lang="en-US"/>
            </a:br>
            <a:r>
              <a:rPr lang="en-US"/>
              <a:t>text that is in 3 lines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3940-8990-640D-5FE9-500EED7E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77A5D-3237-2B25-ADF6-410A87590F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4121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ancing Energy Tech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8E2A70-27FD-7331-D298-00F062D08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A74126-5639-875C-1C87-CF17CB72DB42}"/>
              </a:ext>
            </a:extLst>
          </p:cNvPr>
          <p:cNvSpPr txBox="1"/>
          <p:nvPr userDrawn="1"/>
        </p:nvSpPr>
        <p:spPr>
          <a:xfrm>
            <a:off x="1630109" y="2233745"/>
            <a:ext cx="588378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Advancing Energy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n-ea"/>
                <a:cs typeface="Arial"/>
              </a:rPr>
              <a:t> </a:t>
            </a:r>
            <a:r>
              <a:rPr lang="en-US" sz="3400" b="0" kern="1200" baseline="0">
                <a:solidFill>
                  <a:schemeClr val="accent5"/>
                </a:solidFill>
                <a:latin typeface="+mj-lt"/>
                <a:ea typeface="+mj-ea"/>
                <a:cs typeface="Arial"/>
              </a:rPr>
              <a:t>Tech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D35692-8A35-2FEA-1996-DE57ED0DBF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606C-C7E6-2192-B2C7-AEE1819DF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488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865E788-12B5-D1B2-ECDA-46D07D1A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DE9C7D6-1D4E-8818-CE5F-9959234688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D973D-7CD6-921E-2053-18684B25C2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903313" y="4524188"/>
              <a:ext cx="2240685" cy="619311"/>
            </a:xfrm>
            <a:prstGeom prst="rect">
              <a:avLst/>
            </a:prstGeom>
          </p:spPr>
        </p:pic>
      </p:grpSp>
      <p:sp>
        <p:nvSpPr>
          <p:cNvPr id="7" name="se.com capsule" descr="SE.com CTA&#10;">
            <a:hlinkClick r:id="rId4"/>
            <a:extLst>
              <a:ext uri="{FF2B5EF4-FFF2-40B4-BE49-F238E27FC236}">
                <a16:creationId xmlns:a16="http://schemas.microsoft.com/office/drawing/2014/main" id="{E1E1529A-0E44-3BA2-8E24-2790BDA61571}"/>
              </a:ext>
            </a:extLst>
          </p:cNvPr>
          <p:cNvSpPr/>
          <p:nvPr userDrawn="1"/>
        </p:nvSpPr>
        <p:spPr>
          <a:xfrm>
            <a:off x="457198" y="4156075"/>
            <a:ext cx="1103804" cy="323850"/>
          </a:xfrm>
          <a:prstGeom prst="roundRect">
            <a:avLst>
              <a:gd name="adj" fmla="val 50000"/>
            </a:avLst>
          </a:prstGeom>
          <a:noFill/>
          <a:ln w="9525" cap="flat" cmpd="sng" algn="ctr">
            <a:solidFill>
              <a:srgbClr val="3DCD58"/>
            </a:solidFill>
            <a:prstDash val="solid"/>
          </a:ln>
          <a:effectLst/>
        </p:spPr>
        <p:txBody>
          <a:bodyPr lIns="0" tIns="0" rIns="0" bIns="18000" rtlCol="0" anchor="ctr"/>
          <a:lstStyle/>
          <a:p>
            <a:pPr marL="0" marR="0" lvl="0" indent="0" algn="ctr" defTabSz="457184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s</a:t>
            </a:r>
            <a:r>
              <a:rPr kumimoji="0" lang="en-PL" sz="1400" b="0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j-lt"/>
              </a:rPr>
              <a:t>e.com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0DA468-9734-3831-CC35-7DFF4689E082}"/>
              </a:ext>
            </a:extLst>
          </p:cNvPr>
          <p:cNvSpPr txBox="1"/>
          <p:nvPr userDrawn="1"/>
        </p:nvSpPr>
        <p:spPr>
          <a:xfrm>
            <a:off x="2240686" y="4041000"/>
            <a:ext cx="456307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9381" marR="0" lvl="1" indent="0" algn="ctr" defTabSz="447659" rtl="0" eaLnBrk="1" fontAlgn="auto" latinLnBrk="0" hangingPunct="1">
              <a:lnSpc>
                <a:spcPct val="100000"/>
              </a:lnSpc>
              <a:spcBef>
                <a:spcPts val="1100"/>
              </a:spcBef>
              <a:spcAft>
                <a:spcPts val="500"/>
              </a:spcAft>
              <a:buClr>
                <a:srgbClr val="36C746"/>
              </a:buClr>
              <a:buSzTx/>
              <a:buFont typeface="Arial" pitchFamily="34" charset="0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©2026 Schneider Electric. All Rights Reserved.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Schneider Electric trademark</a:t>
            </a:r>
            <a:r>
              <a:rPr lang="en-US" sz="800">
                <a:solidFill>
                  <a:schemeClr val="accent5"/>
                </a:solidFill>
                <a:latin typeface="+mn-lt"/>
                <a:cs typeface="Arial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is the property of Schneider Electric,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its subsidiaries, and affiliated companies.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+mn-lt"/>
                <a:cs typeface="Arial"/>
              </a:rPr>
              <a:t>All other trademarks are the property of their respective owners</a:t>
            </a:r>
          </a:p>
        </p:txBody>
      </p:sp>
      <p:pic>
        <p:nvPicPr>
          <p:cNvPr id="8" name="facebook icon" descr="Facebook icon">
            <a:hlinkClick r:id="rId5"/>
            <a:extLst>
              <a:ext uri="{FF2B5EF4-FFF2-40B4-BE49-F238E27FC236}">
                <a16:creationId xmlns:a16="http://schemas.microsoft.com/office/drawing/2014/main" id="{7E1C6BE9-7538-6CAC-0B3A-1579B56EEE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3168" y="4217281"/>
            <a:ext cx="201437" cy="201438"/>
          </a:xfrm>
          <a:prstGeom prst="rect">
            <a:avLst/>
          </a:prstGeom>
        </p:spPr>
      </p:pic>
      <p:pic>
        <p:nvPicPr>
          <p:cNvPr id="11" name="Linkedin icon" descr="LinkedIn icon">
            <a:hlinkClick r:id="rId7"/>
            <a:extLst>
              <a:ext uri="{FF2B5EF4-FFF2-40B4-BE49-F238E27FC236}">
                <a16:creationId xmlns:a16="http://schemas.microsoft.com/office/drawing/2014/main" id="{F51D168B-CBC4-E864-5AAA-2E3CAF556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290131" y="4232776"/>
            <a:ext cx="201437" cy="170448"/>
          </a:xfrm>
          <a:prstGeom prst="rect">
            <a:avLst/>
          </a:prstGeom>
        </p:spPr>
      </p:pic>
      <p:pic>
        <p:nvPicPr>
          <p:cNvPr id="12" name="YouTube icon" descr="YouTube icon">
            <a:hlinkClick r:id="rId9"/>
            <a:extLst>
              <a:ext uri="{FF2B5EF4-FFF2-40B4-BE49-F238E27FC236}">
                <a16:creationId xmlns:a16="http://schemas.microsoft.com/office/drawing/2014/main" id="{68577729-8372-9CDC-3225-4F726E44C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97094" y="4242028"/>
            <a:ext cx="221581" cy="151942"/>
          </a:xfrm>
          <a:prstGeom prst="rect">
            <a:avLst/>
          </a:prstGeom>
        </p:spPr>
      </p:pic>
      <p:pic>
        <p:nvPicPr>
          <p:cNvPr id="13" name="X icon" descr="Twitter/X icon">
            <a:hlinkClick r:id="rId11"/>
            <a:extLst>
              <a:ext uri="{FF2B5EF4-FFF2-40B4-BE49-F238E27FC236}">
                <a16:creationId xmlns:a16="http://schemas.microsoft.com/office/drawing/2014/main" id="{EAD5DFC1-E4C6-871E-0E68-BB043383E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926199" y="4226075"/>
            <a:ext cx="179853" cy="183850"/>
          </a:xfrm>
          <a:prstGeom prst="rect">
            <a:avLst/>
          </a:prstGeom>
        </p:spPr>
      </p:pic>
      <p:pic>
        <p:nvPicPr>
          <p:cNvPr id="14" name="Instagram icon" descr="Instagram icon">
            <a:hlinkClick r:id="rId13"/>
            <a:extLst>
              <a:ext uri="{FF2B5EF4-FFF2-40B4-BE49-F238E27FC236}">
                <a16:creationId xmlns:a16="http://schemas.microsoft.com/office/drawing/2014/main" id="{A3B56502-78F0-ECFE-454F-D959B8994B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8213576" y="4226075"/>
            <a:ext cx="183849" cy="183850"/>
          </a:xfrm>
          <a:prstGeom prst="rect">
            <a:avLst/>
          </a:prstGeom>
        </p:spPr>
      </p:pic>
      <p:pic>
        <p:nvPicPr>
          <p:cNvPr id="15" name="SE blog icon" descr="SE Blog icon&#10;">
            <a:hlinkClick r:id="rId15"/>
            <a:extLst>
              <a:ext uri="{FF2B5EF4-FFF2-40B4-BE49-F238E27FC236}">
                <a16:creationId xmlns:a16="http://schemas.microsoft.com/office/drawing/2014/main" id="{4A1EF6C2-8985-125D-8994-A171A781591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8502951" y="4226075"/>
            <a:ext cx="183849" cy="1838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090D079-C029-AB19-0C95-1C7CBDE60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304931" y="2195269"/>
            <a:ext cx="2534135" cy="752962"/>
            <a:chOff x="7710646" y="4687803"/>
            <a:chExt cx="975015" cy="289704"/>
          </a:xfrm>
        </p:grpSpPr>
        <p:grpSp>
          <p:nvGrpSpPr>
            <p:cNvPr id="9" name="Picture 8">
              <a:extLst>
                <a:ext uri="{FF2B5EF4-FFF2-40B4-BE49-F238E27FC236}">
                  <a16:creationId xmlns:a16="http://schemas.microsoft.com/office/drawing/2014/main" id="{C5658E72-DD80-C519-9A2E-95AFDBBDA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2" name="Picture 8">
                <a:extLst>
                  <a:ext uri="{FF2B5EF4-FFF2-40B4-BE49-F238E27FC236}">
                    <a16:creationId xmlns:a16="http://schemas.microsoft.com/office/drawing/2014/main" id="{046BC3AD-FD2D-6383-391F-7B1C1FA553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844DE405-79A5-44F5-5A1D-57978C2B176A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4AE628CA-D390-42EE-FF4A-0FBA3B637846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4668ED66-378A-E2C2-34A8-0426937148DA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5A1B47CA-3A66-2435-72D2-9021EE188669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E6621769-8EC3-E6FB-AF4C-63551B1ED427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C4770ACD-B740-8171-FE48-8CE2BD62BF6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681953F-7FD0-CAFD-B530-AA1838F4C5A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00F940CB-D287-0997-1D50-5EB83320952B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26ED3004-7757-10ED-2821-433655E6D82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3CC3821-2A86-1ACA-84EE-E0828722610A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A787AE0-8237-92D7-4286-BA6CB5092591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8291AC4-8DB8-140D-0777-74FD8819325F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9" name="Picture 8">
              <a:extLst>
                <a:ext uri="{FF2B5EF4-FFF2-40B4-BE49-F238E27FC236}">
                  <a16:creationId xmlns:a16="http://schemas.microsoft.com/office/drawing/2014/main" id="{6F5E0D26-6A54-1F92-9A39-31BF0DD59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55FEC1EB-7D1A-0912-3F80-C4743CC96423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9B0913D-057A-A0A8-99FD-D2EA9B8C2741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7714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2.xml"/><Relationship Id="rId18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5.xml"/><Relationship Id="rId21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48.xml"/><Relationship Id="rId24" Type="http://schemas.openxmlformats.org/officeDocument/2006/relationships/slideLayout" Target="../slideLayouts/slideLayout49.xml"/><Relationship Id="rId25" Type="http://schemas.openxmlformats.org/officeDocument/2006/relationships/slideLayout" Target="../slideLayouts/slideLayout50.xml"/><Relationship Id="rId2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9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85.xml"/><Relationship Id="rId11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87.xml"/><Relationship Id="rId13" Type="http://schemas.openxmlformats.org/officeDocument/2006/relationships/slideLayout" Target="../slideLayouts/slideLayout88.xml"/><Relationship Id="rId14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91.xml"/><Relationship Id="rId17" Type="http://schemas.openxmlformats.org/officeDocument/2006/relationships/slideLayout" Target="../slideLayouts/slideLayout92.xml"/><Relationship Id="rId18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5.xml"/><Relationship Id="rId21" Type="http://schemas.openxmlformats.org/officeDocument/2006/relationships/slideLayout" Target="../slideLayouts/slideLayout96.xml"/><Relationship Id="rId22" Type="http://schemas.openxmlformats.org/officeDocument/2006/relationships/slideLayout" Target="../slideLayouts/slideLayout97.xml"/><Relationship Id="rId23" Type="http://schemas.openxmlformats.org/officeDocument/2006/relationships/slideLayout" Target="../slideLayouts/slideLayout98.xml"/><Relationship Id="rId24" Type="http://schemas.openxmlformats.org/officeDocument/2006/relationships/slideLayout" Target="../slideLayouts/slideLayout99.xml"/><Relationship Id="rId25" Type="http://schemas.openxmlformats.org/officeDocument/2006/relationships/slideLayout" Target="../slideLayouts/slideLayout100.xml"/><Relationship Id="rId26" Type="http://schemas.openxmlformats.org/officeDocument/2006/relationships/theme" Target="../theme/theme4.xml"/><Relationship Id="rId27" Type="http://schemas.openxmlformats.org/officeDocument/2006/relationships/image" Target="../media/image1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63500-D483-3F8D-04AD-E624F1EFF0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6594768" y="4687803"/>
            <a:chExt cx="975015" cy="289704"/>
          </a:xfrm>
        </p:grpSpPr>
        <p:grpSp>
          <p:nvGrpSpPr>
            <p:cNvPr id="29" name="Picture 8">
              <a:extLst>
                <a:ext uri="{FF2B5EF4-FFF2-40B4-BE49-F238E27FC236}">
                  <a16:creationId xmlns:a16="http://schemas.microsoft.com/office/drawing/2014/main" id="{F227E685-3FDF-DD36-C2FD-E30AD6A9F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020588" y="4863773"/>
              <a:ext cx="523815" cy="90931"/>
              <a:chOff x="7020588" y="4863773"/>
              <a:chExt cx="523815" cy="90931"/>
            </a:xfrm>
            <a:solidFill>
              <a:srgbClr val="009530"/>
            </a:solidFill>
          </p:grpSpPr>
          <p:grpSp>
            <p:nvGrpSpPr>
              <p:cNvPr id="36" name="Picture 8">
                <a:extLst>
                  <a:ext uri="{FF2B5EF4-FFF2-40B4-BE49-F238E27FC236}">
                    <a16:creationId xmlns:a16="http://schemas.microsoft.com/office/drawing/2014/main" id="{7675BA91-E840-26DB-67F6-2486E2C2D2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7020588" y="4863773"/>
                <a:ext cx="523815" cy="90931"/>
                <a:chOff x="7020588" y="4863773"/>
                <a:chExt cx="523815" cy="90931"/>
              </a:xfrm>
              <a:solidFill>
                <a:srgbClr val="009530"/>
              </a:solidFill>
            </p:grpSpPr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B75BA144-5558-9060-0FB9-4816991005E2}"/>
                    </a:ext>
                  </a:extLst>
                </p:cNvPr>
                <p:cNvSpPr/>
                <p:nvPr/>
              </p:nvSpPr>
              <p:spPr>
                <a:xfrm>
                  <a:off x="7020588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AC491A9-1151-1012-2EE8-EB02AD9644D5}"/>
                    </a:ext>
                  </a:extLst>
                </p:cNvPr>
                <p:cNvSpPr/>
                <p:nvPr/>
              </p:nvSpPr>
              <p:spPr>
                <a:xfrm>
                  <a:off x="7101012" y="4863773"/>
                  <a:ext cx="11686" cy="89742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77AF60A7-B7CE-F1E1-D996-DE460EBF7EB0}"/>
                    </a:ext>
                  </a:extLst>
                </p:cNvPr>
                <p:cNvSpPr/>
                <p:nvPr/>
              </p:nvSpPr>
              <p:spPr>
                <a:xfrm>
                  <a:off x="7144559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DFCA54BD-DBA2-D86B-BD3D-6E90B68B873F}"/>
                    </a:ext>
                  </a:extLst>
                </p:cNvPr>
                <p:cNvSpPr/>
                <p:nvPr/>
              </p:nvSpPr>
              <p:spPr>
                <a:xfrm>
                  <a:off x="7224007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9C890728-565A-8DF5-458E-0C7BFBBA1382}"/>
                    </a:ext>
                  </a:extLst>
                </p:cNvPr>
                <p:cNvSpPr/>
                <p:nvPr/>
              </p:nvSpPr>
              <p:spPr>
                <a:xfrm>
                  <a:off x="7299415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" name="Freeform 42">
                  <a:extLst>
                    <a:ext uri="{FF2B5EF4-FFF2-40B4-BE49-F238E27FC236}">
                      <a16:creationId xmlns:a16="http://schemas.microsoft.com/office/drawing/2014/main" id="{4C4EEF38-74BD-6B8C-2CA2-9A4A3C854BA8}"/>
                    </a:ext>
                  </a:extLst>
                </p:cNvPr>
                <p:cNvSpPr/>
                <p:nvPr/>
              </p:nvSpPr>
              <p:spPr>
                <a:xfrm>
                  <a:off x="7375636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E7CC00AB-910F-C64B-5500-756E4388A7D1}"/>
                    </a:ext>
                  </a:extLst>
                </p:cNvPr>
                <p:cNvSpPr/>
                <p:nvPr/>
              </p:nvSpPr>
              <p:spPr>
                <a:xfrm>
                  <a:off x="7450556" y="4894372"/>
                  <a:ext cx="11659" cy="59143"/>
                </a:xfrm>
                <a:prstGeom prst="rect">
                  <a:avLst/>
                </a:pr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3B5C3BEC-5EE9-B4AA-CFCA-06F32AE40E3B}"/>
                    </a:ext>
                  </a:extLst>
                </p:cNvPr>
                <p:cNvSpPr/>
                <p:nvPr/>
              </p:nvSpPr>
              <p:spPr>
                <a:xfrm>
                  <a:off x="7496734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rgbClr val="009530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2EB6B7EC-4686-EEA3-F5D7-3FF608F9657D}"/>
                  </a:ext>
                </a:extLst>
              </p:cNvPr>
              <p:cNvSpPr/>
              <p:nvPr/>
            </p:nvSpPr>
            <p:spPr>
              <a:xfrm>
                <a:off x="7449633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053BF59-B2BF-BF90-DC0B-1A2CE0C64E1E}"/>
                </a:ext>
              </a:extLst>
            </p:cNvPr>
            <p:cNvSpPr/>
            <p:nvPr/>
          </p:nvSpPr>
          <p:spPr>
            <a:xfrm>
              <a:off x="6833129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37286EA-6A71-18CE-845E-162CF8217FCA}"/>
                </a:ext>
              </a:extLst>
            </p:cNvPr>
            <p:cNvSpPr/>
            <p:nvPr/>
          </p:nvSpPr>
          <p:spPr>
            <a:xfrm>
              <a:off x="7184845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8A40F4E-B192-3D6F-5C60-E056C5E5B457}"/>
                </a:ext>
              </a:extLst>
            </p:cNvPr>
            <p:cNvSpPr/>
            <p:nvPr/>
          </p:nvSpPr>
          <p:spPr>
            <a:xfrm>
              <a:off x="6594768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rgbClr val="009530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3" name="Picture 8">
              <a:extLst>
                <a:ext uri="{FF2B5EF4-FFF2-40B4-BE49-F238E27FC236}">
                  <a16:creationId xmlns:a16="http://schemas.microsoft.com/office/drawing/2014/main" id="{5962F23C-FC77-9CFE-6F11-066A9263B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51534" y="4878884"/>
              <a:ext cx="18194" cy="9514"/>
              <a:chOff x="7551534" y="4878884"/>
              <a:chExt cx="18194" cy="9514"/>
            </a:xfrm>
            <a:solidFill>
              <a:srgbClr val="009530"/>
            </a:solidFill>
          </p:grpSpPr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F2E39811-074D-DD92-DADE-8FC4EE3E5CB5}"/>
                  </a:ext>
                </a:extLst>
              </p:cNvPr>
              <p:cNvSpPr/>
              <p:nvPr/>
            </p:nvSpPr>
            <p:spPr>
              <a:xfrm>
                <a:off x="7551534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0137876A-637C-4472-0DF8-77D09F676212}"/>
                  </a:ext>
                </a:extLst>
              </p:cNvPr>
              <p:cNvSpPr/>
              <p:nvPr/>
            </p:nvSpPr>
            <p:spPr>
              <a:xfrm>
                <a:off x="7560807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rgbClr val="009530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D352E22-70E0-BC7A-626C-13E5741CE76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56916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  <p:sldLayoutId id="2147484068" r:id="rId2"/>
    <p:sldLayoutId id="2147484069" r:id="rId3"/>
    <p:sldLayoutId id="2147484015" r:id="rId4"/>
    <p:sldLayoutId id="2147484065" r:id="rId5"/>
    <p:sldLayoutId id="2147484070" r:id="rId6"/>
    <p:sldLayoutId id="2147484067" r:id="rId7"/>
    <p:sldLayoutId id="2147483932" r:id="rId8"/>
    <p:sldLayoutId id="2147483824" r:id="rId9"/>
    <p:sldLayoutId id="2147483837" r:id="rId10"/>
    <p:sldLayoutId id="2147483840" r:id="rId11"/>
    <p:sldLayoutId id="2147484004" r:id="rId12"/>
    <p:sldLayoutId id="2147483841" r:id="rId13"/>
    <p:sldLayoutId id="2147483844" r:id="rId14"/>
    <p:sldLayoutId id="2147484007" r:id="rId15"/>
    <p:sldLayoutId id="2147483852" r:id="rId16"/>
    <p:sldLayoutId id="2147483846" r:id="rId17"/>
    <p:sldLayoutId id="2147483757" r:id="rId18"/>
    <p:sldLayoutId id="2147484022" r:id="rId19"/>
    <p:sldLayoutId id="2147483754" r:id="rId20"/>
    <p:sldLayoutId id="2147483803" r:id="rId21"/>
    <p:sldLayoutId id="2147483996" r:id="rId22"/>
    <p:sldLayoutId id="2147484011" r:id="rId23"/>
    <p:sldLayoutId id="2147484033" r:id="rId24"/>
    <p:sldLayoutId id="2147484026" r:id="rId25"/>
  </p:sldLayoutIdLst>
  <p:hf hdr="0" dt="0"/>
  <p:txStyles>
    <p:titleStyle>
      <a:lvl1pPr algn="l" defTabSz="457184" rtl="0" eaLnBrk="1" latinLnBrk="1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bg2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1" hangingPunct="1">
        <a:lnSpc>
          <a:spcPts val="19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1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84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tx1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4A8BD1-BA14-B3C5-E66F-2F4EC2DE8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27" name="Picture 8">
              <a:extLst>
                <a:ext uri="{FF2B5EF4-FFF2-40B4-BE49-F238E27FC236}">
                  <a16:creationId xmlns:a16="http://schemas.microsoft.com/office/drawing/2014/main" id="{F991A60A-9A7D-D246-35D1-F91DBFBBF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28" name="Picture 8">
                <a:extLst>
                  <a:ext uri="{FF2B5EF4-FFF2-40B4-BE49-F238E27FC236}">
                    <a16:creationId xmlns:a16="http://schemas.microsoft.com/office/drawing/2014/main" id="{83EF68AF-87FE-F1FC-A3E4-C56DF7FE59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A3CE9CE3-76F9-B056-184E-EF43EDD7E658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8C867D47-15A7-87CC-12D6-C3A0DBA53CDB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4F939982-6E97-91F5-F4BB-D68043B820A5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2A52FEE4-62C4-1EA5-D780-8BD30CD92633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80676603-FCB1-9C2B-0F63-04A26788E199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319B7EFA-0847-35FD-3315-2ECB47CFE083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22B04AE9-FF29-5F0C-2666-C56330D18757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7EB86CF8-E35A-6046-A918-1FB1DBD00BE1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6B319040-CEF9-76C3-1766-3A57CC7287C4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98E027C-E8E9-1BE5-5CAC-1097A49533B9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FED4506-FC26-511A-B84A-DE1A2D08D88D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3EFB2654-08EB-8198-BF6E-68DECFF5DF5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1" name="Picture 8">
              <a:extLst>
                <a:ext uri="{FF2B5EF4-FFF2-40B4-BE49-F238E27FC236}">
                  <a16:creationId xmlns:a16="http://schemas.microsoft.com/office/drawing/2014/main" id="{C72B69B9-2826-2269-1EDB-EA35D4F0C9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FDF20B1C-1A65-F5AC-ABA8-9B38C95F7675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2">
                <a:extLst>
                  <a:ext uri="{FF2B5EF4-FFF2-40B4-BE49-F238E27FC236}">
                    <a16:creationId xmlns:a16="http://schemas.microsoft.com/office/drawing/2014/main" id="{44B2D322-D28D-0B54-0B1B-995FDA379A7D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6813CEA-0C0C-5CB4-3673-D82DF8C4B1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46300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3" r:id="rId1"/>
    <p:sldLayoutId id="2147484354" r:id="rId2"/>
    <p:sldLayoutId id="2147484355" r:id="rId3"/>
    <p:sldLayoutId id="2147484356" r:id="rId4"/>
    <p:sldLayoutId id="2147484357" r:id="rId5"/>
    <p:sldLayoutId id="2147484358" r:id="rId6"/>
    <p:sldLayoutId id="2147484359" r:id="rId7"/>
    <p:sldLayoutId id="2147484360" r:id="rId8"/>
    <p:sldLayoutId id="2147484361" r:id="rId9"/>
    <p:sldLayoutId id="2147484362" r:id="rId10"/>
    <p:sldLayoutId id="2147484363" r:id="rId11"/>
    <p:sldLayoutId id="2147484364" r:id="rId12"/>
    <p:sldLayoutId id="2147484365" r:id="rId13"/>
    <p:sldLayoutId id="2147484366" r:id="rId14"/>
    <p:sldLayoutId id="2147484367" r:id="rId15"/>
    <p:sldLayoutId id="2147484368" r:id="rId16"/>
    <p:sldLayoutId id="2147484369" r:id="rId17"/>
    <p:sldLayoutId id="2147484370" r:id="rId18"/>
    <p:sldLayoutId id="2147484371" r:id="rId19"/>
    <p:sldLayoutId id="2147484372" r:id="rId20"/>
    <p:sldLayoutId id="2147484373" r:id="rId21"/>
    <p:sldLayoutId id="2147484374" r:id="rId22"/>
    <p:sldLayoutId id="2147484375" r:id="rId23"/>
    <p:sldLayoutId id="2147484376" r:id="rId24"/>
    <p:sldLayoutId id="2147484377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tx1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tx1"/>
        </a:buClr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97B85C-844F-A376-1434-2DD23DB37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5" name="Picture 8">
              <a:extLst>
                <a:ext uri="{FF2B5EF4-FFF2-40B4-BE49-F238E27FC236}">
                  <a16:creationId xmlns:a16="http://schemas.microsoft.com/office/drawing/2014/main" id="{3155FCC4-9507-D121-0945-053F672EA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6" name="Picture 8">
                <a:extLst>
                  <a:ext uri="{FF2B5EF4-FFF2-40B4-BE49-F238E27FC236}">
                    <a16:creationId xmlns:a16="http://schemas.microsoft.com/office/drawing/2014/main" id="{A9089BE2-9FFB-3839-7FED-C9403B9274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7" name="Freeform 6">
                  <a:extLst>
                    <a:ext uri="{FF2B5EF4-FFF2-40B4-BE49-F238E27FC236}">
                      <a16:creationId xmlns:a16="http://schemas.microsoft.com/office/drawing/2014/main" id="{4718D5A2-6C20-3729-929C-A23F23F8208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C89A063-7657-1343-284C-3DB46BDE1218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A685A62E-DA65-CEEF-1902-C35CCB64538B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60150654-FFDC-95B7-27D7-8AC2D00855C1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CE0078D1-227A-986C-311C-EBAC213B54CB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D74A89F-42E3-0281-BD7D-BF3313C2E37E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D24F378-92B8-3D6C-DA96-9ECCA19E5B72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1FA9449-F1BF-5645-A5F7-989C9954A78D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198FD94C-3577-17C7-0E04-5768BD56879A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E129863-E3E4-BA22-EC1F-9843152876D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3D6D3717-618A-5582-8459-374D131AE9FA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FA0ED647-1561-C12E-9455-DB0DF050C9B5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3" name="Picture 8">
              <a:extLst>
                <a:ext uri="{FF2B5EF4-FFF2-40B4-BE49-F238E27FC236}">
                  <a16:creationId xmlns:a16="http://schemas.microsoft.com/office/drawing/2014/main" id="{FCA1AD33-812B-3660-9A0F-C52EAA0552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B2146BA9-261A-CFF6-621B-8D336BB1FD1F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30EED1A8-C720-317A-B65C-DE3DB460A028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9E2CDF-D83A-28BA-C987-EB19997EE5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9133202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79" r:id="rId1"/>
    <p:sldLayoutId id="2147484380" r:id="rId2"/>
    <p:sldLayoutId id="2147484381" r:id="rId3"/>
    <p:sldLayoutId id="2147484382" r:id="rId4"/>
    <p:sldLayoutId id="2147484383" r:id="rId5"/>
    <p:sldLayoutId id="2147484384" r:id="rId6"/>
    <p:sldLayoutId id="2147484385" r:id="rId7"/>
    <p:sldLayoutId id="2147484386" r:id="rId8"/>
    <p:sldLayoutId id="2147484387" r:id="rId9"/>
    <p:sldLayoutId id="2147484388" r:id="rId10"/>
    <p:sldLayoutId id="2147484389" r:id="rId11"/>
    <p:sldLayoutId id="2147484390" r:id="rId12"/>
    <p:sldLayoutId id="2147484391" r:id="rId13"/>
    <p:sldLayoutId id="2147484392" r:id="rId14"/>
    <p:sldLayoutId id="2147484393" r:id="rId15"/>
    <p:sldLayoutId id="2147484394" r:id="rId16"/>
    <p:sldLayoutId id="2147484395" r:id="rId17"/>
    <p:sldLayoutId id="2147484396" r:id="rId18"/>
    <p:sldLayoutId id="2147484397" r:id="rId19"/>
    <p:sldLayoutId id="2147484398" r:id="rId20"/>
    <p:sldLayoutId id="2147484399" r:id="rId21"/>
    <p:sldLayoutId id="2147484400" r:id="rId22"/>
    <p:sldLayoutId id="2147484401" r:id="rId23"/>
    <p:sldLayoutId id="2147484402" r:id="rId24"/>
    <p:sldLayoutId id="2147484403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8A81EA-A1DC-2739-C3D8-AB6CEDE94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18A196C-A0F8-944A-D0EB-257EFE0C0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7" y="425872"/>
            <a:ext cx="8229601" cy="2892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B23B392-A89E-F431-7FE8-8A31C7AC6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7" y="1508393"/>
            <a:ext cx="8229599" cy="282260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3994B45-762C-1DB7-2D34-64E9AA667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198" y="4867446"/>
            <a:ext cx="1721517" cy="10525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>
                <a:solidFill>
                  <a:schemeClr val="accent5"/>
                </a:solidFill>
              </a:defRPr>
            </a:lvl1pPr>
          </a:lstStyle>
          <a:p>
            <a:r>
              <a:rPr lang="en-US"/>
              <a:t>©2026 Schneider Electric. All Rights Reserved.</a:t>
            </a:r>
          </a:p>
        </p:txBody>
      </p:sp>
      <p:sp>
        <p:nvSpPr>
          <p:cNvPr id="15" name="Slide number placeholder">
            <a:extLst>
              <a:ext uri="{FF2B5EF4-FFF2-40B4-BE49-F238E27FC236}">
                <a16:creationId xmlns:a16="http://schemas.microsoft.com/office/drawing/2014/main" id="{78C440B2-8C22-2B9D-B555-FF60AEA035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83668" y="4873905"/>
            <a:ext cx="525690" cy="9233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600">
                <a:solidFill>
                  <a:schemeClr val="accent5"/>
                </a:solidFill>
                <a:latin typeface="+mn-lt"/>
                <a:cs typeface="Arial"/>
              </a:defRPr>
            </a:lvl1pPr>
          </a:lstStyle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02CA88-5B52-D551-B845-893852F09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710646" y="4687803"/>
            <a:ext cx="975015" cy="289704"/>
            <a:chOff x="7710646" y="4687803"/>
            <a:chExt cx="975015" cy="289704"/>
          </a:xfrm>
        </p:grpSpPr>
        <p:grpSp>
          <p:nvGrpSpPr>
            <p:cNvPr id="6" name="Picture 8">
              <a:extLst>
                <a:ext uri="{FF2B5EF4-FFF2-40B4-BE49-F238E27FC236}">
                  <a16:creationId xmlns:a16="http://schemas.microsoft.com/office/drawing/2014/main" id="{11280871-8368-E675-0EAB-06EA925AE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136466" y="4863773"/>
              <a:ext cx="523815" cy="90931"/>
              <a:chOff x="8136466" y="4863773"/>
              <a:chExt cx="523815" cy="90931"/>
            </a:xfrm>
            <a:solidFill>
              <a:schemeClr val="tx1"/>
            </a:solidFill>
          </p:grpSpPr>
          <p:grpSp>
            <p:nvGrpSpPr>
              <p:cNvPr id="16" name="Picture 8">
                <a:extLst>
                  <a:ext uri="{FF2B5EF4-FFF2-40B4-BE49-F238E27FC236}">
                    <a16:creationId xmlns:a16="http://schemas.microsoft.com/office/drawing/2014/main" id="{7B0CBE53-EDB7-23C6-2515-2CFEA0BFBA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8136466" y="4863773"/>
                <a:ext cx="523815" cy="90931"/>
                <a:chOff x="8136466" y="4863773"/>
                <a:chExt cx="523815" cy="90931"/>
              </a:xfrm>
              <a:solidFill>
                <a:schemeClr val="tx1"/>
              </a:solidFill>
            </p:grpSpPr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79F7DCED-88B8-2504-F855-3342E6BED935}"/>
                    </a:ext>
                  </a:extLst>
                </p:cNvPr>
                <p:cNvSpPr/>
                <p:nvPr/>
              </p:nvSpPr>
              <p:spPr>
                <a:xfrm>
                  <a:off x="8136466" y="4863800"/>
                  <a:ext cx="52142" cy="89715"/>
                </a:xfrm>
                <a:custGeom>
                  <a:avLst/>
                  <a:gdLst>
                    <a:gd name="csX0" fmla="*/ 50977 w 52142"/>
                    <a:gd name="csY0" fmla="*/ 11596 h 89715"/>
                    <a:gd name="csX1" fmla="*/ 12853 w 52142"/>
                    <a:gd name="csY1" fmla="*/ 11596 h 89715"/>
                    <a:gd name="csX2" fmla="*/ 12853 w 52142"/>
                    <a:gd name="csY2" fmla="*/ 38600 h 89715"/>
                    <a:gd name="csX3" fmla="*/ 49648 w 52142"/>
                    <a:gd name="csY3" fmla="*/ 38600 h 89715"/>
                    <a:gd name="csX4" fmla="*/ 49648 w 52142"/>
                    <a:gd name="csY4" fmla="*/ 50196 h 89715"/>
                    <a:gd name="csX5" fmla="*/ 12853 w 52142"/>
                    <a:gd name="csY5" fmla="*/ 50196 h 89715"/>
                    <a:gd name="csX6" fmla="*/ 12853 w 52142"/>
                    <a:gd name="csY6" fmla="*/ 78092 h 89715"/>
                    <a:gd name="csX7" fmla="*/ 52143 w 52142"/>
                    <a:gd name="csY7" fmla="*/ 78092 h 89715"/>
                    <a:gd name="csX8" fmla="*/ 52143 w 52142"/>
                    <a:gd name="csY8" fmla="*/ 89715 h 89715"/>
                    <a:gd name="csX9" fmla="*/ 0 w 52142"/>
                    <a:gd name="csY9" fmla="*/ 89715 h 89715"/>
                    <a:gd name="csX10" fmla="*/ 0 w 52142"/>
                    <a:gd name="csY10" fmla="*/ 0 h 89715"/>
                    <a:gd name="csX11" fmla="*/ 50977 w 52142"/>
                    <a:gd name="csY11" fmla="*/ 0 h 89715"/>
                    <a:gd name="csX12" fmla="*/ 50977 w 52142"/>
                    <a:gd name="csY12" fmla="*/ 11596 h 897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2142" h="89715">
                      <a:moveTo>
                        <a:pt x="50977" y="11596"/>
                      </a:moveTo>
                      <a:lnTo>
                        <a:pt x="12853" y="11596"/>
                      </a:lnTo>
                      <a:lnTo>
                        <a:pt x="12853" y="38600"/>
                      </a:lnTo>
                      <a:lnTo>
                        <a:pt x="49648" y="38600"/>
                      </a:lnTo>
                      <a:lnTo>
                        <a:pt x="49648" y="50196"/>
                      </a:lnTo>
                      <a:lnTo>
                        <a:pt x="12853" y="50196"/>
                      </a:lnTo>
                      <a:lnTo>
                        <a:pt x="12853" y="78092"/>
                      </a:lnTo>
                      <a:lnTo>
                        <a:pt x="52143" y="78092"/>
                      </a:lnTo>
                      <a:lnTo>
                        <a:pt x="52143" y="89715"/>
                      </a:lnTo>
                      <a:lnTo>
                        <a:pt x="0" y="89715"/>
                      </a:lnTo>
                      <a:lnTo>
                        <a:pt x="0" y="0"/>
                      </a:lnTo>
                      <a:lnTo>
                        <a:pt x="50977" y="0"/>
                      </a:lnTo>
                      <a:lnTo>
                        <a:pt x="50977" y="11596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FD6008F-1D21-8912-44C4-01108B653AEF}"/>
                    </a:ext>
                  </a:extLst>
                </p:cNvPr>
                <p:cNvSpPr/>
                <p:nvPr/>
              </p:nvSpPr>
              <p:spPr>
                <a:xfrm>
                  <a:off x="8216890" y="4863773"/>
                  <a:ext cx="11686" cy="89742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3C76D0E4-B8A6-4FE8-39D6-9D846A05CDC9}"/>
                    </a:ext>
                  </a:extLst>
                </p:cNvPr>
                <p:cNvSpPr/>
                <p:nvPr/>
              </p:nvSpPr>
              <p:spPr>
                <a:xfrm>
                  <a:off x="8260437" y="4893237"/>
                  <a:ext cx="53335" cy="61441"/>
                </a:xfrm>
                <a:custGeom>
                  <a:avLst/>
                  <a:gdLst>
                    <a:gd name="csX0" fmla="*/ 11687 w 53335"/>
                    <a:gd name="csY0" fmla="*/ 32437 h 61441"/>
                    <a:gd name="csX1" fmla="*/ 53336 w 53335"/>
                    <a:gd name="csY1" fmla="*/ 32437 h 61441"/>
                    <a:gd name="csX2" fmla="*/ 27631 w 53335"/>
                    <a:gd name="csY2" fmla="*/ 0 h 61441"/>
                    <a:gd name="csX3" fmla="*/ 0 w 53335"/>
                    <a:gd name="csY3" fmla="*/ 29923 h 61441"/>
                    <a:gd name="csX4" fmla="*/ 28688 w 53335"/>
                    <a:gd name="csY4" fmla="*/ 61441 h 61441"/>
                    <a:gd name="csX5" fmla="*/ 52306 w 53335"/>
                    <a:gd name="csY5" fmla="*/ 54467 h 61441"/>
                    <a:gd name="csX6" fmla="*/ 52306 w 53335"/>
                    <a:gd name="csY6" fmla="*/ 43114 h 61441"/>
                    <a:gd name="csX7" fmla="*/ 31589 w 53335"/>
                    <a:gd name="csY7" fmla="*/ 50250 h 61441"/>
                    <a:gd name="csX8" fmla="*/ 11714 w 53335"/>
                    <a:gd name="csY8" fmla="*/ 32437 h 61441"/>
                    <a:gd name="csX9" fmla="*/ 27875 w 53335"/>
                    <a:gd name="csY9" fmla="*/ 10055 h 61441"/>
                    <a:gd name="csX10" fmla="*/ 41703 w 53335"/>
                    <a:gd name="csY10" fmla="*/ 24679 h 61441"/>
                    <a:gd name="csX11" fmla="*/ 11958 w 53335"/>
                    <a:gd name="csY11" fmla="*/ 24679 h 61441"/>
                    <a:gd name="csX12" fmla="*/ 27875 w 53335"/>
                    <a:gd name="csY12" fmla="*/ 10055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</a:cxnLst>
                  <a:rect l="l" t="t" r="r" b="b"/>
                  <a:pathLst>
                    <a:path w="53335" h="61441">
                      <a:moveTo>
                        <a:pt x="11687" y="32437"/>
                      </a:moveTo>
                      <a:lnTo>
                        <a:pt x="53336" y="32437"/>
                      </a:lnTo>
                      <a:cubicBezTo>
                        <a:pt x="53336" y="10569"/>
                        <a:pt x="43303" y="0"/>
                        <a:pt x="27631" y="0"/>
                      </a:cubicBezTo>
                      <a:cubicBezTo>
                        <a:pt x="11958" y="0"/>
                        <a:pt x="0" y="12029"/>
                        <a:pt x="0" y="29923"/>
                      </a:cubicBezTo>
                      <a:cubicBezTo>
                        <a:pt x="0" y="46277"/>
                        <a:pt x="10250" y="61441"/>
                        <a:pt x="28688" y="61441"/>
                      </a:cubicBezTo>
                      <a:cubicBezTo>
                        <a:pt x="38694" y="61441"/>
                        <a:pt x="45174" y="59198"/>
                        <a:pt x="52306" y="54467"/>
                      </a:cubicBezTo>
                      <a:lnTo>
                        <a:pt x="52306" y="43114"/>
                      </a:lnTo>
                      <a:cubicBezTo>
                        <a:pt x="45445" y="47601"/>
                        <a:pt x="38694" y="50250"/>
                        <a:pt x="31589" y="50250"/>
                      </a:cubicBezTo>
                      <a:cubicBezTo>
                        <a:pt x="20255" y="50250"/>
                        <a:pt x="13531" y="44168"/>
                        <a:pt x="11714" y="32437"/>
                      </a:cubicBezTo>
                      <a:close/>
                      <a:moveTo>
                        <a:pt x="27875" y="10055"/>
                      </a:moveTo>
                      <a:cubicBezTo>
                        <a:pt x="36172" y="10055"/>
                        <a:pt x="41297" y="15705"/>
                        <a:pt x="41703" y="24679"/>
                      </a:cubicBezTo>
                      <a:lnTo>
                        <a:pt x="11958" y="24679"/>
                      </a:lnTo>
                      <a:cubicBezTo>
                        <a:pt x="13531" y="15326"/>
                        <a:pt x="18927" y="10055"/>
                        <a:pt x="27875" y="10055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18463E90-0FB6-D9CF-1B6A-182BFF437FA6}"/>
                    </a:ext>
                  </a:extLst>
                </p:cNvPr>
                <p:cNvSpPr/>
                <p:nvPr/>
              </p:nvSpPr>
              <p:spPr>
                <a:xfrm>
                  <a:off x="8339885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90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40 w 47668"/>
                    <a:gd name="csY9" fmla="*/ 4055 h 61441"/>
                    <a:gd name="csX10" fmla="*/ 46340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616" y="12056"/>
                        <a:pt x="35142" y="10704"/>
                        <a:pt x="29990" y="10704"/>
                      </a:cubicBezTo>
                      <a:cubicBezTo>
                        <a:pt x="19306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48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40" y="4055"/>
                      </a:cubicBezTo>
                      <a:lnTo>
                        <a:pt x="46340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45AA2802-AA3D-BD02-1282-D5DCE32C54B3}"/>
                    </a:ext>
                  </a:extLst>
                </p:cNvPr>
                <p:cNvSpPr/>
                <p:nvPr/>
              </p:nvSpPr>
              <p:spPr>
                <a:xfrm>
                  <a:off x="8415293" y="4882100"/>
                  <a:ext cx="43764" cy="72550"/>
                </a:xfrm>
                <a:custGeom>
                  <a:avLst/>
                  <a:gdLst>
                    <a:gd name="csX0" fmla="*/ 21991 w 43764"/>
                    <a:gd name="csY0" fmla="*/ 12272 h 72550"/>
                    <a:gd name="csX1" fmla="*/ 40727 w 43764"/>
                    <a:gd name="csY1" fmla="*/ 12272 h 72550"/>
                    <a:gd name="csX2" fmla="*/ 40727 w 43764"/>
                    <a:gd name="csY2" fmla="*/ 22760 h 72550"/>
                    <a:gd name="csX3" fmla="*/ 21991 w 43764"/>
                    <a:gd name="csY3" fmla="*/ 22760 h 72550"/>
                    <a:gd name="csX4" fmla="*/ 21991 w 43764"/>
                    <a:gd name="csY4" fmla="*/ 53089 h 72550"/>
                    <a:gd name="csX5" fmla="*/ 30451 w 43764"/>
                    <a:gd name="csY5" fmla="*/ 62063 h 72550"/>
                    <a:gd name="csX6" fmla="*/ 43764 w 43764"/>
                    <a:gd name="csY6" fmla="*/ 57711 h 72550"/>
                    <a:gd name="csX7" fmla="*/ 43764 w 43764"/>
                    <a:gd name="csY7" fmla="*/ 68604 h 72550"/>
                    <a:gd name="csX8" fmla="*/ 29502 w 43764"/>
                    <a:gd name="csY8" fmla="*/ 72551 h 72550"/>
                    <a:gd name="csX9" fmla="*/ 10304 w 43764"/>
                    <a:gd name="csY9" fmla="*/ 53981 h 72550"/>
                    <a:gd name="csX10" fmla="*/ 10304 w 43764"/>
                    <a:gd name="csY10" fmla="*/ 22733 h 72550"/>
                    <a:gd name="csX11" fmla="*/ 0 w 43764"/>
                    <a:gd name="csY11" fmla="*/ 22733 h 72550"/>
                    <a:gd name="csX12" fmla="*/ 0 w 43764"/>
                    <a:gd name="csY12" fmla="*/ 21435 h 72550"/>
                    <a:gd name="csX13" fmla="*/ 21991 w 43764"/>
                    <a:gd name="csY13" fmla="*/ 0 h 72550"/>
                    <a:gd name="csX14" fmla="*/ 21991 w 43764"/>
                    <a:gd name="csY14" fmla="*/ 12245 h 725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3764" h="72550">
                      <a:moveTo>
                        <a:pt x="21991" y="12272"/>
                      </a:moveTo>
                      <a:lnTo>
                        <a:pt x="40727" y="12272"/>
                      </a:lnTo>
                      <a:lnTo>
                        <a:pt x="40727" y="22760"/>
                      </a:lnTo>
                      <a:lnTo>
                        <a:pt x="21991" y="22760"/>
                      </a:lnTo>
                      <a:lnTo>
                        <a:pt x="21991" y="53089"/>
                      </a:lnTo>
                      <a:cubicBezTo>
                        <a:pt x="21991" y="60063"/>
                        <a:pt x="26980" y="62063"/>
                        <a:pt x="30451" y="62063"/>
                      </a:cubicBezTo>
                      <a:cubicBezTo>
                        <a:pt x="34681" y="62063"/>
                        <a:pt x="39019" y="60603"/>
                        <a:pt x="43764" y="57711"/>
                      </a:cubicBezTo>
                      <a:lnTo>
                        <a:pt x="43764" y="68604"/>
                      </a:lnTo>
                      <a:cubicBezTo>
                        <a:pt x="39670" y="70848"/>
                        <a:pt x="33325" y="72551"/>
                        <a:pt x="29502" y="72551"/>
                      </a:cubicBezTo>
                      <a:cubicBezTo>
                        <a:pt x="16730" y="72551"/>
                        <a:pt x="10304" y="64658"/>
                        <a:pt x="10304" y="53981"/>
                      </a:cubicBezTo>
                      <a:lnTo>
                        <a:pt x="10304" y="22733"/>
                      </a:lnTo>
                      <a:lnTo>
                        <a:pt x="0" y="22733"/>
                      </a:lnTo>
                      <a:lnTo>
                        <a:pt x="0" y="21435"/>
                      </a:lnTo>
                      <a:lnTo>
                        <a:pt x="21991" y="0"/>
                      </a:lnTo>
                      <a:lnTo>
                        <a:pt x="21991" y="12245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E49BC1BA-9195-D77D-6393-657EFAEED6DB}"/>
                    </a:ext>
                  </a:extLst>
                </p:cNvPr>
                <p:cNvSpPr/>
                <p:nvPr/>
              </p:nvSpPr>
              <p:spPr>
                <a:xfrm>
                  <a:off x="8491514" y="4893210"/>
                  <a:ext cx="43248" cy="60305"/>
                </a:xfrm>
                <a:custGeom>
                  <a:avLst/>
                  <a:gdLst>
                    <a:gd name="csX0" fmla="*/ 11687 w 43248"/>
                    <a:gd name="csY0" fmla="*/ 1162 h 60305"/>
                    <a:gd name="csX1" fmla="*/ 11687 w 43248"/>
                    <a:gd name="csY1" fmla="*/ 14840 h 60305"/>
                    <a:gd name="csX2" fmla="*/ 11958 w 43248"/>
                    <a:gd name="csY2" fmla="*/ 14840 h 60305"/>
                    <a:gd name="csX3" fmla="*/ 29122 w 43248"/>
                    <a:gd name="csY3" fmla="*/ 0 h 60305"/>
                    <a:gd name="csX4" fmla="*/ 43249 w 43248"/>
                    <a:gd name="csY4" fmla="*/ 6866 h 60305"/>
                    <a:gd name="csX5" fmla="*/ 37040 w 43248"/>
                    <a:gd name="csY5" fmla="*/ 17138 h 60305"/>
                    <a:gd name="csX6" fmla="*/ 26085 w 43248"/>
                    <a:gd name="csY6" fmla="*/ 11191 h 60305"/>
                    <a:gd name="csX7" fmla="*/ 11687 w 43248"/>
                    <a:gd name="csY7" fmla="*/ 29464 h 60305"/>
                    <a:gd name="csX8" fmla="*/ 11687 w 43248"/>
                    <a:gd name="csY8" fmla="*/ 60306 h 60305"/>
                    <a:gd name="csX9" fmla="*/ 0 w 43248"/>
                    <a:gd name="csY9" fmla="*/ 60306 h 60305"/>
                    <a:gd name="csX10" fmla="*/ 0 w 43248"/>
                    <a:gd name="csY10" fmla="*/ 1162 h 60305"/>
                    <a:gd name="csX11" fmla="*/ 11687 w 43248"/>
                    <a:gd name="csY11" fmla="*/ 1162 h 60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3248" h="60305">
                      <a:moveTo>
                        <a:pt x="11687" y="1162"/>
                      </a:moveTo>
                      <a:lnTo>
                        <a:pt x="11687" y="14840"/>
                      </a:lnTo>
                      <a:lnTo>
                        <a:pt x="11958" y="14840"/>
                      </a:lnTo>
                      <a:cubicBezTo>
                        <a:pt x="17896" y="4352"/>
                        <a:pt x="23563" y="0"/>
                        <a:pt x="29122" y="0"/>
                      </a:cubicBezTo>
                      <a:cubicBezTo>
                        <a:pt x="33867" y="0"/>
                        <a:pt x="38341" y="2244"/>
                        <a:pt x="43249" y="6866"/>
                      </a:cubicBezTo>
                      <a:lnTo>
                        <a:pt x="37040" y="17138"/>
                      </a:lnTo>
                      <a:cubicBezTo>
                        <a:pt x="33487" y="13651"/>
                        <a:pt x="28851" y="11191"/>
                        <a:pt x="26085" y="11191"/>
                      </a:cubicBezTo>
                      <a:cubicBezTo>
                        <a:pt x="18032" y="11191"/>
                        <a:pt x="11687" y="19381"/>
                        <a:pt x="11687" y="29464"/>
                      </a:cubicBezTo>
                      <a:lnTo>
                        <a:pt x="11687" y="60306"/>
                      </a:lnTo>
                      <a:lnTo>
                        <a:pt x="0" y="60306"/>
                      </a:lnTo>
                      <a:lnTo>
                        <a:pt x="0" y="1162"/>
                      </a:lnTo>
                      <a:lnTo>
                        <a:pt x="11687" y="1162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EB722AB-7461-7FA0-A8F6-18B7884FDF1E}"/>
                    </a:ext>
                  </a:extLst>
                </p:cNvPr>
                <p:cNvSpPr/>
                <p:nvPr/>
              </p:nvSpPr>
              <p:spPr>
                <a:xfrm>
                  <a:off x="8566434" y="4894372"/>
                  <a:ext cx="11659" cy="59143"/>
                </a:xfrm>
                <a:prstGeom prst="rect">
                  <a:avLst/>
                </a:pr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296C350D-F1C5-5FD5-BAF6-581C6E1D91A0}"/>
                    </a:ext>
                  </a:extLst>
                </p:cNvPr>
                <p:cNvSpPr/>
                <p:nvPr/>
              </p:nvSpPr>
              <p:spPr>
                <a:xfrm>
                  <a:off x="8612612" y="4893264"/>
                  <a:ext cx="47668" cy="61441"/>
                </a:xfrm>
                <a:custGeom>
                  <a:avLst/>
                  <a:gdLst>
                    <a:gd name="csX0" fmla="*/ 46340 w 47668"/>
                    <a:gd name="csY0" fmla="*/ 16651 h 61441"/>
                    <a:gd name="csX1" fmla="*/ 29962 w 47668"/>
                    <a:gd name="csY1" fmla="*/ 10704 h 61441"/>
                    <a:gd name="csX2" fmla="*/ 11904 w 47668"/>
                    <a:gd name="csY2" fmla="*/ 30869 h 61441"/>
                    <a:gd name="csX3" fmla="*/ 31969 w 47668"/>
                    <a:gd name="csY3" fmla="*/ 50467 h 61441"/>
                    <a:gd name="csX4" fmla="*/ 47669 w 47668"/>
                    <a:gd name="csY4" fmla="*/ 46520 h 61441"/>
                    <a:gd name="csX5" fmla="*/ 47669 w 47668"/>
                    <a:gd name="csY5" fmla="*/ 58035 h 61441"/>
                    <a:gd name="csX6" fmla="*/ 29990 w 47668"/>
                    <a:gd name="csY6" fmla="*/ 61441 h 61441"/>
                    <a:gd name="csX7" fmla="*/ 0 w 47668"/>
                    <a:gd name="csY7" fmla="*/ 31923 h 61441"/>
                    <a:gd name="csX8" fmla="*/ 29203 w 47668"/>
                    <a:gd name="csY8" fmla="*/ 0 h 61441"/>
                    <a:gd name="csX9" fmla="*/ 46367 w 47668"/>
                    <a:gd name="csY9" fmla="*/ 4055 h 61441"/>
                    <a:gd name="csX10" fmla="*/ 46367 w 47668"/>
                    <a:gd name="csY10" fmla="*/ 16678 h 6144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7668" h="61441">
                      <a:moveTo>
                        <a:pt x="46340" y="16651"/>
                      </a:moveTo>
                      <a:cubicBezTo>
                        <a:pt x="39588" y="12056"/>
                        <a:pt x="35114" y="10704"/>
                        <a:pt x="29962" y="10704"/>
                      </a:cubicBezTo>
                      <a:cubicBezTo>
                        <a:pt x="19279" y="10704"/>
                        <a:pt x="11904" y="18895"/>
                        <a:pt x="11904" y="30869"/>
                      </a:cubicBezTo>
                      <a:cubicBezTo>
                        <a:pt x="11904" y="42844"/>
                        <a:pt x="19821" y="50467"/>
                        <a:pt x="31969" y="50467"/>
                      </a:cubicBezTo>
                      <a:cubicBezTo>
                        <a:pt x="36985" y="50467"/>
                        <a:pt x="41731" y="49142"/>
                        <a:pt x="47669" y="46520"/>
                      </a:cubicBezTo>
                      <a:lnTo>
                        <a:pt x="47669" y="58035"/>
                      </a:lnTo>
                      <a:cubicBezTo>
                        <a:pt x="43710" y="59873"/>
                        <a:pt x="36199" y="61441"/>
                        <a:pt x="29990" y="61441"/>
                      </a:cubicBezTo>
                      <a:cubicBezTo>
                        <a:pt x="12310" y="61441"/>
                        <a:pt x="0" y="49304"/>
                        <a:pt x="0" y="31923"/>
                      </a:cubicBezTo>
                      <a:cubicBezTo>
                        <a:pt x="0" y="12353"/>
                        <a:pt x="11253" y="0"/>
                        <a:pt x="29203" y="0"/>
                      </a:cubicBezTo>
                      <a:cubicBezTo>
                        <a:pt x="36063" y="0"/>
                        <a:pt x="40673" y="1568"/>
                        <a:pt x="46367" y="4055"/>
                      </a:cubicBezTo>
                      <a:lnTo>
                        <a:pt x="46367" y="1667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2699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F34CE08E-7ED6-D1CA-C661-ADA6FFD0AF3D}"/>
                  </a:ext>
                </a:extLst>
              </p:cNvPr>
              <p:cNvSpPr/>
              <p:nvPr/>
            </p:nvSpPr>
            <p:spPr>
              <a:xfrm>
                <a:off x="8565511" y="4870401"/>
                <a:ext cx="13340" cy="12869"/>
              </a:xfrm>
              <a:custGeom>
                <a:avLst/>
                <a:gdLst>
                  <a:gd name="csX0" fmla="*/ 13044 w 13340"/>
                  <a:gd name="csY0" fmla="*/ 2698 h 12869"/>
                  <a:gd name="csX1" fmla="*/ 8651 w 13340"/>
                  <a:gd name="csY1" fmla="*/ 11672 h 12869"/>
                  <a:gd name="csX2" fmla="*/ 299 w 13340"/>
                  <a:gd name="csY2" fmla="*/ 10185 h 12869"/>
                  <a:gd name="csX3" fmla="*/ 4692 w 13340"/>
                  <a:gd name="csY3" fmla="*/ 1211 h 12869"/>
                  <a:gd name="csX4" fmla="*/ 13044 w 13340"/>
                  <a:gd name="csY4" fmla="*/ 2671 h 128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340" h="12869">
                    <a:moveTo>
                      <a:pt x="13044" y="2698"/>
                    </a:moveTo>
                    <a:cubicBezTo>
                      <a:pt x="14128" y="5590"/>
                      <a:pt x="12149" y="9617"/>
                      <a:pt x="8651" y="11672"/>
                    </a:cubicBezTo>
                    <a:cubicBezTo>
                      <a:pt x="5153" y="13726"/>
                      <a:pt x="1384" y="13077"/>
                      <a:pt x="299" y="10185"/>
                    </a:cubicBezTo>
                    <a:cubicBezTo>
                      <a:pt x="-785" y="7320"/>
                      <a:pt x="1167" y="3292"/>
                      <a:pt x="4692" y="1211"/>
                    </a:cubicBezTo>
                    <a:cubicBezTo>
                      <a:pt x="8190" y="-870"/>
                      <a:pt x="11932" y="-195"/>
                      <a:pt x="13044" y="2671"/>
                    </a:cubicBez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563BF152-B2AF-8ADC-3007-23F7FACCC3C8}"/>
                </a:ext>
              </a:extLst>
            </p:cNvPr>
            <p:cNvSpPr/>
            <p:nvPr/>
          </p:nvSpPr>
          <p:spPr>
            <a:xfrm>
              <a:off x="7949007" y="4829725"/>
              <a:ext cx="152296" cy="147782"/>
            </a:xfrm>
            <a:custGeom>
              <a:avLst/>
              <a:gdLst>
                <a:gd name="csX0" fmla="*/ 146894 w 152296"/>
                <a:gd name="csY0" fmla="*/ 72297 h 147782"/>
                <a:gd name="csX1" fmla="*/ 146894 w 152296"/>
                <a:gd name="csY1" fmla="*/ 72351 h 147782"/>
                <a:gd name="csX2" fmla="*/ 146894 w 152296"/>
                <a:gd name="csY2" fmla="*/ 72351 h 147782"/>
                <a:gd name="csX3" fmla="*/ 146894 w 152296"/>
                <a:gd name="csY3" fmla="*/ 72297 h 147782"/>
                <a:gd name="csX4" fmla="*/ 141389 w 152296"/>
                <a:gd name="csY4" fmla="*/ 84407 h 147782"/>
                <a:gd name="csX5" fmla="*/ 141389 w 152296"/>
                <a:gd name="csY5" fmla="*/ 84407 h 147782"/>
                <a:gd name="csX6" fmla="*/ 141335 w 152296"/>
                <a:gd name="csY6" fmla="*/ 84515 h 147782"/>
                <a:gd name="csX7" fmla="*/ 141389 w 152296"/>
                <a:gd name="csY7" fmla="*/ 84407 h 147782"/>
                <a:gd name="csX8" fmla="*/ 146894 w 152296"/>
                <a:gd name="csY8" fmla="*/ 72297 h 147782"/>
                <a:gd name="csX9" fmla="*/ 149009 w 152296"/>
                <a:gd name="csY9" fmla="*/ 66026 h 147782"/>
                <a:gd name="csX10" fmla="*/ 146894 w 152296"/>
                <a:gd name="csY10" fmla="*/ 72297 h 147782"/>
                <a:gd name="csX11" fmla="*/ 140250 w 152296"/>
                <a:gd name="csY11" fmla="*/ 12910 h 147782"/>
                <a:gd name="csX12" fmla="*/ 34609 w 152296"/>
                <a:gd name="csY12" fmla="*/ 31723 h 147782"/>
                <a:gd name="csX13" fmla="*/ 19885 w 152296"/>
                <a:gd name="csY13" fmla="*/ 48456 h 147782"/>
                <a:gd name="csX14" fmla="*/ 39435 w 152296"/>
                <a:gd name="csY14" fmla="*/ 48456 h 147782"/>
                <a:gd name="csX15" fmla="*/ 34961 w 152296"/>
                <a:gd name="csY15" fmla="*/ 61187 h 147782"/>
                <a:gd name="csX16" fmla="*/ 11778 w 152296"/>
                <a:gd name="csY16" fmla="*/ 61187 h 147782"/>
                <a:gd name="csX17" fmla="*/ 15547 w 152296"/>
                <a:gd name="csY17" fmla="*/ 54835 h 147782"/>
                <a:gd name="csX18" fmla="*/ 6084 w 152296"/>
                <a:gd name="csY18" fmla="*/ 73270 h 147782"/>
                <a:gd name="csX19" fmla="*/ 33389 w 152296"/>
                <a:gd name="csY19" fmla="*/ 73270 h 147782"/>
                <a:gd name="csX20" fmla="*/ 29023 w 152296"/>
                <a:gd name="csY20" fmla="*/ 86001 h 147782"/>
                <a:gd name="csX21" fmla="*/ 2043 w 152296"/>
                <a:gd name="csY21" fmla="*/ 86001 h 147782"/>
                <a:gd name="csX22" fmla="*/ 12049 w 152296"/>
                <a:gd name="csY22" fmla="*/ 135143 h 147782"/>
                <a:gd name="csX23" fmla="*/ 117257 w 152296"/>
                <a:gd name="csY23" fmla="*/ 115897 h 147782"/>
                <a:gd name="csX24" fmla="*/ 133499 w 152296"/>
                <a:gd name="csY24" fmla="*/ 97165 h 147782"/>
                <a:gd name="csX25" fmla="*/ 108417 w 152296"/>
                <a:gd name="csY25" fmla="*/ 97165 h 147782"/>
                <a:gd name="csX26" fmla="*/ 112159 w 152296"/>
                <a:gd name="csY26" fmla="*/ 84434 h 147782"/>
                <a:gd name="csX27" fmla="*/ 141362 w 152296"/>
                <a:gd name="csY27" fmla="*/ 84434 h 147782"/>
                <a:gd name="csX28" fmla="*/ 146867 w 152296"/>
                <a:gd name="csY28" fmla="*/ 72378 h 147782"/>
                <a:gd name="csX29" fmla="*/ 115087 w 152296"/>
                <a:gd name="csY29" fmla="*/ 72378 h 147782"/>
                <a:gd name="csX30" fmla="*/ 118612 w 152296"/>
                <a:gd name="csY30" fmla="*/ 59646 h 147782"/>
                <a:gd name="csX31" fmla="*/ 150663 w 152296"/>
                <a:gd name="csY31" fmla="*/ 59646 h 147782"/>
                <a:gd name="csX32" fmla="*/ 140250 w 152296"/>
                <a:gd name="csY32" fmla="*/ 12910 h 147782"/>
                <a:gd name="csX33" fmla="*/ 127018 w 152296"/>
                <a:gd name="csY33" fmla="*/ 48347 h 147782"/>
                <a:gd name="csX34" fmla="*/ 107983 w 152296"/>
                <a:gd name="csY34" fmla="*/ 48347 h 147782"/>
                <a:gd name="csX35" fmla="*/ 104268 w 152296"/>
                <a:gd name="csY35" fmla="*/ 49645 h 147782"/>
                <a:gd name="csX36" fmla="*/ 103699 w 152296"/>
                <a:gd name="csY36" fmla="*/ 51105 h 147782"/>
                <a:gd name="csX37" fmla="*/ 93287 w 152296"/>
                <a:gd name="csY37" fmla="*/ 90407 h 147782"/>
                <a:gd name="csX38" fmla="*/ 51746 w 152296"/>
                <a:gd name="csY38" fmla="*/ 117952 h 147782"/>
                <a:gd name="csX39" fmla="*/ 20943 w 152296"/>
                <a:gd name="csY39" fmla="*/ 117952 h 147782"/>
                <a:gd name="csX40" fmla="*/ 26284 w 152296"/>
                <a:gd name="csY40" fmla="*/ 97760 h 147782"/>
                <a:gd name="csX41" fmla="*/ 46052 w 152296"/>
                <a:gd name="csY41" fmla="*/ 97760 h 147782"/>
                <a:gd name="csX42" fmla="*/ 50959 w 152296"/>
                <a:gd name="csY42" fmla="*/ 95543 h 147782"/>
                <a:gd name="csX43" fmla="*/ 52180 w 152296"/>
                <a:gd name="csY43" fmla="*/ 93165 h 147782"/>
                <a:gd name="csX44" fmla="*/ 60369 w 152296"/>
                <a:gd name="csY44" fmla="*/ 58835 h 147782"/>
                <a:gd name="csX45" fmla="*/ 99550 w 152296"/>
                <a:gd name="csY45" fmla="*/ 29804 h 147782"/>
                <a:gd name="csX46" fmla="*/ 131058 w 152296"/>
                <a:gd name="csY46" fmla="*/ 29804 h 147782"/>
                <a:gd name="csX47" fmla="*/ 127018 w 152296"/>
                <a:gd name="csY47" fmla="*/ 48347 h 147782"/>
                <a:gd name="csX48" fmla="*/ 3833 w 152296"/>
                <a:gd name="csY48" fmla="*/ 79487 h 147782"/>
                <a:gd name="csX49" fmla="*/ 6056 w 152296"/>
                <a:gd name="csY49" fmla="*/ 73243 h 147782"/>
                <a:gd name="csX50" fmla="*/ 6056 w 152296"/>
                <a:gd name="csY50" fmla="*/ 73243 h 147782"/>
                <a:gd name="csX51" fmla="*/ 3833 w 152296"/>
                <a:gd name="csY51" fmla="*/ 79487 h 147782"/>
                <a:gd name="csX52" fmla="*/ 141335 w 152296"/>
                <a:gd name="csY52" fmla="*/ 84515 h 147782"/>
                <a:gd name="csX53" fmla="*/ 137729 w 152296"/>
                <a:gd name="csY53" fmla="*/ 90786 h 147782"/>
                <a:gd name="csX54" fmla="*/ 141335 w 152296"/>
                <a:gd name="csY54" fmla="*/ 84515 h 1477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52296" h="147782">
                  <a:moveTo>
                    <a:pt x="146894" y="72297"/>
                  </a:moveTo>
                  <a:cubicBezTo>
                    <a:pt x="146894" y="72297"/>
                    <a:pt x="146894" y="72324"/>
                    <a:pt x="146894" y="72351"/>
                  </a:cubicBezTo>
                  <a:lnTo>
                    <a:pt x="146894" y="72351"/>
                  </a:lnTo>
                  <a:cubicBezTo>
                    <a:pt x="146894" y="72351"/>
                    <a:pt x="146894" y="72324"/>
                    <a:pt x="146894" y="72297"/>
                  </a:cubicBezTo>
                  <a:close/>
                  <a:moveTo>
                    <a:pt x="141389" y="84407"/>
                  </a:moveTo>
                  <a:lnTo>
                    <a:pt x="141389" y="84407"/>
                  </a:lnTo>
                  <a:cubicBezTo>
                    <a:pt x="141389" y="84407"/>
                    <a:pt x="141362" y="84488"/>
                    <a:pt x="141335" y="84515"/>
                  </a:cubicBezTo>
                  <a:cubicBezTo>
                    <a:pt x="141335" y="84488"/>
                    <a:pt x="141389" y="84434"/>
                    <a:pt x="141389" y="84407"/>
                  </a:cubicBezTo>
                  <a:close/>
                  <a:moveTo>
                    <a:pt x="146894" y="72297"/>
                  </a:moveTo>
                  <a:cubicBezTo>
                    <a:pt x="147680" y="70188"/>
                    <a:pt x="148385" y="68107"/>
                    <a:pt x="149009" y="66026"/>
                  </a:cubicBezTo>
                  <a:cubicBezTo>
                    <a:pt x="148385" y="68107"/>
                    <a:pt x="147680" y="70215"/>
                    <a:pt x="146894" y="72297"/>
                  </a:cubicBezTo>
                  <a:close/>
                  <a:moveTo>
                    <a:pt x="140250" y="12910"/>
                  </a:moveTo>
                  <a:cubicBezTo>
                    <a:pt x="117555" y="-9742"/>
                    <a:pt x="70022" y="-2038"/>
                    <a:pt x="34609" y="31723"/>
                  </a:cubicBezTo>
                  <a:cubicBezTo>
                    <a:pt x="29050" y="37021"/>
                    <a:pt x="24142" y="42644"/>
                    <a:pt x="19885" y="48456"/>
                  </a:cubicBezTo>
                  <a:lnTo>
                    <a:pt x="39435" y="48456"/>
                  </a:lnTo>
                  <a:lnTo>
                    <a:pt x="34961" y="61187"/>
                  </a:lnTo>
                  <a:lnTo>
                    <a:pt x="11778" y="61187"/>
                  </a:lnTo>
                  <a:cubicBezTo>
                    <a:pt x="12944" y="59052"/>
                    <a:pt x="14191" y="56916"/>
                    <a:pt x="15547" y="54835"/>
                  </a:cubicBezTo>
                  <a:cubicBezTo>
                    <a:pt x="11669" y="60890"/>
                    <a:pt x="8524" y="67080"/>
                    <a:pt x="6084" y="73270"/>
                  </a:cubicBezTo>
                  <a:lnTo>
                    <a:pt x="33389" y="73270"/>
                  </a:lnTo>
                  <a:lnTo>
                    <a:pt x="29023" y="86001"/>
                  </a:lnTo>
                  <a:lnTo>
                    <a:pt x="2043" y="86001"/>
                  </a:lnTo>
                  <a:cubicBezTo>
                    <a:pt x="-2539" y="105491"/>
                    <a:pt x="498" y="123628"/>
                    <a:pt x="12049" y="135143"/>
                  </a:cubicBezTo>
                  <a:cubicBezTo>
                    <a:pt x="34473" y="157498"/>
                    <a:pt x="81844" y="149659"/>
                    <a:pt x="117257" y="115897"/>
                  </a:cubicBezTo>
                  <a:cubicBezTo>
                    <a:pt x="123466" y="109978"/>
                    <a:pt x="128889" y="103680"/>
                    <a:pt x="133499" y="97165"/>
                  </a:cubicBezTo>
                  <a:lnTo>
                    <a:pt x="108417" y="97165"/>
                  </a:lnTo>
                  <a:lnTo>
                    <a:pt x="112159" y="84434"/>
                  </a:lnTo>
                  <a:lnTo>
                    <a:pt x="141362" y="84434"/>
                  </a:lnTo>
                  <a:cubicBezTo>
                    <a:pt x="143504" y="80433"/>
                    <a:pt x="145348" y="76378"/>
                    <a:pt x="146867" y="72378"/>
                  </a:cubicBezTo>
                  <a:lnTo>
                    <a:pt x="115087" y="72378"/>
                  </a:lnTo>
                  <a:lnTo>
                    <a:pt x="118612" y="59646"/>
                  </a:lnTo>
                  <a:lnTo>
                    <a:pt x="150663" y="59646"/>
                  </a:lnTo>
                  <a:cubicBezTo>
                    <a:pt x="154622" y="41184"/>
                    <a:pt x="151476" y="24128"/>
                    <a:pt x="140250" y="12910"/>
                  </a:cubicBezTo>
                  <a:close/>
                  <a:moveTo>
                    <a:pt x="127018" y="48347"/>
                  </a:moveTo>
                  <a:lnTo>
                    <a:pt x="107983" y="48347"/>
                  </a:lnTo>
                  <a:cubicBezTo>
                    <a:pt x="105949" y="48347"/>
                    <a:pt x="105082" y="48699"/>
                    <a:pt x="104268" y="49645"/>
                  </a:cubicBezTo>
                  <a:cubicBezTo>
                    <a:pt x="103943" y="49996"/>
                    <a:pt x="103780" y="50375"/>
                    <a:pt x="103699" y="51105"/>
                  </a:cubicBezTo>
                  <a:lnTo>
                    <a:pt x="93287" y="90407"/>
                  </a:lnTo>
                  <a:cubicBezTo>
                    <a:pt x="90846" y="104193"/>
                    <a:pt x="73872" y="117952"/>
                    <a:pt x="51746" y="117952"/>
                  </a:cubicBezTo>
                  <a:lnTo>
                    <a:pt x="20943" y="117952"/>
                  </a:lnTo>
                  <a:lnTo>
                    <a:pt x="26284" y="97760"/>
                  </a:lnTo>
                  <a:lnTo>
                    <a:pt x="46052" y="97760"/>
                  </a:lnTo>
                  <a:cubicBezTo>
                    <a:pt x="48085" y="97760"/>
                    <a:pt x="49658" y="97030"/>
                    <a:pt x="50959" y="95543"/>
                  </a:cubicBezTo>
                  <a:cubicBezTo>
                    <a:pt x="51448" y="95003"/>
                    <a:pt x="52098" y="94084"/>
                    <a:pt x="52180" y="93165"/>
                  </a:cubicBezTo>
                  <a:lnTo>
                    <a:pt x="60369" y="58835"/>
                  </a:lnTo>
                  <a:cubicBezTo>
                    <a:pt x="62809" y="45050"/>
                    <a:pt x="77424" y="29804"/>
                    <a:pt x="99550" y="29804"/>
                  </a:cubicBezTo>
                  <a:lnTo>
                    <a:pt x="131058" y="29804"/>
                  </a:lnTo>
                  <a:lnTo>
                    <a:pt x="127018" y="48347"/>
                  </a:lnTo>
                  <a:close/>
                  <a:moveTo>
                    <a:pt x="3833" y="79487"/>
                  </a:moveTo>
                  <a:cubicBezTo>
                    <a:pt x="4484" y="77406"/>
                    <a:pt x="5243" y="75324"/>
                    <a:pt x="6056" y="73243"/>
                  </a:cubicBezTo>
                  <a:lnTo>
                    <a:pt x="6056" y="73243"/>
                  </a:lnTo>
                  <a:cubicBezTo>
                    <a:pt x="5216" y="75324"/>
                    <a:pt x="4484" y="77406"/>
                    <a:pt x="3833" y="79487"/>
                  </a:cubicBezTo>
                  <a:close/>
                  <a:moveTo>
                    <a:pt x="141335" y="84515"/>
                  </a:moveTo>
                  <a:cubicBezTo>
                    <a:pt x="140223" y="86623"/>
                    <a:pt x="139003" y="88704"/>
                    <a:pt x="137729" y="90786"/>
                  </a:cubicBezTo>
                  <a:cubicBezTo>
                    <a:pt x="139003" y="88704"/>
                    <a:pt x="140223" y="86623"/>
                    <a:pt x="141335" y="84515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34927A9-3BAD-A9D4-A8CE-37CC57F1B698}"/>
                </a:ext>
              </a:extLst>
            </p:cNvPr>
            <p:cNvSpPr/>
            <p:nvPr/>
          </p:nvSpPr>
          <p:spPr>
            <a:xfrm>
              <a:off x="8300723" y="4688053"/>
              <a:ext cx="37352" cy="35984"/>
            </a:xfrm>
            <a:custGeom>
              <a:avLst/>
              <a:gdLst>
                <a:gd name="csX0" fmla="*/ 36505 w 37352"/>
                <a:gd name="csY0" fmla="*/ 7507 h 35984"/>
                <a:gd name="csX1" fmla="*/ 24194 w 37352"/>
                <a:gd name="csY1" fmla="*/ 32592 h 35984"/>
                <a:gd name="csX2" fmla="*/ 848 w 37352"/>
                <a:gd name="csY2" fmla="*/ 28483 h 35984"/>
                <a:gd name="csX3" fmla="*/ 13104 w 37352"/>
                <a:gd name="csY3" fmla="*/ 3372 h 35984"/>
                <a:gd name="csX4" fmla="*/ 36478 w 37352"/>
                <a:gd name="csY4" fmla="*/ 7507 h 35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7352" h="35984">
                  <a:moveTo>
                    <a:pt x="36505" y="7507"/>
                  </a:moveTo>
                  <a:cubicBezTo>
                    <a:pt x="39569" y="15590"/>
                    <a:pt x="34064" y="26835"/>
                    <a:pt x="24194" y="32592"/>
                  </a:cubicBezTo>
                  <a:cubicBezTo>
                    <a:pt x="14351" y="38404"/>
                    <a:pt x="3912" y="36566"/>
                    <a:pt x="848" y="28483"/>
                  </a:cubicBezTo>
                  <a:cubicBezTo>
                    <a:pt x="-2216" y="20401"/>
                    <a:pt x="3288" y="9183"/>
                    <a:pt x="13104" y="3372"/>
                  </a:cubicBezTo>
                  <a:cubicBezTo>
                    <a:pt x="22947" y="-2413"/>
                    <a:pt x="33413" y="-575"/>
                    <a:pt x="36478" y="7507"/>
                  </a:cubicBez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5DFA4EC-835F-6110-DAE1-162EB1ADD312}"/>
                </a:ext>
              </a:extLst>
            </p:cNvPr>
            <p:cNvSpPr/>
            <p:nvPr/>
          </p:nvSpPr>
          <p:spPr>
            <a:xfrm>
              <a:off x="7710646" y="4687803"/>
              <a:ext cx="975015" cy="157130"/>
            </a:xfrm>
            <a:custGeom>
              <a:avLst/>
              <a:gdLst>
                <a:gd name="csX0" fmla="*/ 420397 w 975015"/>
                <a:gd name="csY0" fmla="*/ 49493 h 157130"/>
                <a:gd name="csX1" fmla="*/ 386530 w 975015"/>
                <a:gd name="csY1" fmla="*/ 66280 h 157130"/>
                <a:gd name="csX2" fmla="*/ 386530 w 975015"/>
                <a:gd name="csY2" fmla="*/ 51413 h 157130"/>
                <a:gd name="csX3" fmla="*/ 353856 w 975015"/>
                <a:gd name="csY3" fmla="*/ 51413 h 157130"/>
                <a:gd name="csX4" fmla="*/ 353856 w 975015"/>
                <a:gd name="csY4" fmla="*/ 124910 h 157130"/>
                <a:gd name="csX5" fmla="*/ 386530 w 975015"/>
                <a:gd name="csY5" fmla="*/ 139128 h 157130"/>
                <a:gd name="csX6" fmla="*/ 386530 w 975015"/>
                <a:gd name="csY6" fmla="*/ 88310 h 157130"/>
                <a:gd name="csX7" fmla="*/ 409334 w 975015"/>
                <a:gd name="csY7" fmla="*/ 71199 h 157130"/>
                <a:gd name="csX8" fmla="*/ 425630 w 975015"/>
                <a:gd name="csY8" fmla="*/ 91905 h 157130"/>
                <a:gd name="csX9" fmla="*/ 425630 w 975015"/>
                <a:gd name="csY9" fmla="*/ 155184 h 157130"/>
                <a:gd name="csX10" fmla="*/ 458304 w 975015"/>
                <a:gd name="csY10" fmla="*/ 155184 h 157130"/>
                <a:gd name="csX11" fmla="*/ 458304 w 975015"/>
                <a:gd name="csY11" fmla="*/ 89202 h 157130"/>
                <a:gd name="csX12" fmla="*/ 420424 w 975015"/>
                <a:gd name="csY12" fmla="*/ 49466 h 157130"/>
                <a:gd name="csX13" fmla="*/ 160333 w 975015"/>
                <a:gd name="csY13" fmla="*/ 103339 h 157130"/>
                <a:gd name="csX14" fmla="*/ 192573 w 975015"/>
                <a:gd name="csY14" fmla="*/ 73443 h 157130"/>
                <a:gd name="csX15" fmla="*/ 219174 w 975015"/>
                <a:gd name="csY15" fmla="*/ 80471 h 157130"/>
                <a:gd name="csX16" fmla="*/ 219174 w 975015"/>
                <a:gd name="csY16" fmla="*/ 56224 h 157130"/>
                <a:gd name="csX17" fmla="*/ 184222 w 975015"/>
                <a:gd name="csY17" fmla="*/ 49521 h 157130"/>
                <a:gd name="csX18" fmla="*/ 125409 w 975015"/>
                <a:gd name="csY18" fmla="*/ 103582 h 157130"/>
                <a:gd name="csX19" fmla="*/ 185605 w 975015"/>
                <a:gd name="csY19" fmla="*/ 157103 h 157130"/>
                <a:gd name="csX20" fmla="*/ 220773 w 975015"/>
                <a:gd name="csY20" fmla="*/ 150102 h 157130"/>
                <a:gd name="csX21" fmla="*/ 220773 w 975015"/>
                <a:gd name="csY21" fmla="*/ 126694 h 157130"/>
                <a:gd name="csX22" fmla="*/ 191462 w 975015"/>
                <a:gd name="csY22" fmla="*/ 133884 h 157130"/>
                <a:gd name="csX23" fmla="*/ 160333 w 975015"/>
                <a:gd name="csY23" fmla="*/ 103393 h 157130"/>
                <a:gd name="csX24" fmla="*/ 39426 w 975015"/>
                <a:gd name="csY24" fmla="*/ 40681 h 157130"/>
                <a:gd name="csX25" fmla="*/ 62148 w 975015"/>
                <a:gd name="csY25" fmla="*/ 28139 h 157130"/>
                <a:gd name="csX26" fmla="*/ 110929 w 975015"/>
                <a:gd name="csY26" fmla="*/ 41790 h 157130"/>
                <a:gd name="csX27" fmla="*/ 110929 w 975015"/>
                <a:gd name="csY27" fmla="*/ 11921 h 157130"/>
                <a:gd name="csX28" fmla="*/ 58705 w 975015"/>
                <a:gd name="csY28" fmla="*/ 0 h 157130"/>
                <a:gd name="csX29" fmla="*/ 0 w 975015"/>
                <a:gd name="csY29" fmla="*/ 44006 h 157130"/>
                <a:gd name="csX30" fmla="*/ 78472 w 975015"/>
                <a:gd name="csY30" fmla="*/ 114881 h 157130"/>
                <a:gd name="csX31" fmla="*/ 55749 w 975015"/>
                <a:gd name="csY31" fmla="*/ 129018 h 157130"/>
                <a:gd name="csX32" fmla="*/ 3173 w 975015"/>
                <a:gd name="csY32" fmla="*/ 109286 h 157130"/>
                <a:gd name="csX33" fmla="*/ 3173 w 975015"/>
                <a:gd name="csY33" fmla="*/ 142290 h 157130"/>
                <a:gd name="csX34" fmla="*/ 58705 w 975015"/>
                <a:gd name="csY34" fmla="*/ 157130 h 157130"/>
                <a:gd name="csX35" fmla="*/ 117871 w 975015"/>
                <a:gd name="csY35" fmla="*/ 110637 h 157130"/>
                <a:gd name="csX36" fmla="*/ 39399 w 975015"/>
                <a:gd name="csY36" fmla="*/ 40681 h 157130"/>
                <a:gd name="csX37" fmla="*/ 300303 w 975015"/>
                <a:gd name="csY37" fmla="*/ 49521 h 157130"/>
                <a:gd name="csX38" fmla="*/ 267385 w 975015"/>
                <a:gd name="csY38" fmla="*/ 66874 h 157130"/>
                <a:gd name="csX39" fmla="*/ 266951 w 975015"/>
                <a:gd name="csY39" fmla="*/ 66874 h 157130"/>
                <a:gd name="csX40" fmla="*/ 266951 w 975015"/>
                <a:gd name="csY40" fmla="*/ 1919 h 157130"/>
                <a:gd name="csX41" fmla="*/ 234304 w 975015"/>
                <a:gd name="csY41" fmla="*/ 1919 h 157130"/>
                <a:gd name="csX42" fmla="*/ 234304 w 975015"/>
                <a:gd name="csY42" fmla="*/ 155211 h 157130"/>
                <a:gd name="csX43" fmla="*/ 266951 w 975015"/>
                <a:gd name="csY43" fmla="*/ 155211 h 157130"/>
                <a:gd name="csX44" fmla="*/ 266951 w 975015"/>
                <a:gd name="csY44" fmla="*/ 89148 h 157130"/>
                <a:gd name="csX45" fmla="*/ 288806 w 975015"/>
                <a:gd name="csY45" fmla="*/ 73416 h 157130"/>
                <a:gd name="csX46" fmla="*/ 305699 w 975015"/>
                <a:gd name="csY46" fmla="*/ 96122 h 157130"/>
                <a:gd name="csX47" fmla="*/ 305699 w 975015"/>
                <a:gd name="csY47" fmla="*/ 133154 h 157130"/>
                <a:gd name="csX48" fmla="*/ 338373 w 975015"/>
                <a:gd name="csY48" fmla="*/ 124828 h 157130"/>
                <a:gd name="csX49" fmla="*/ 338373 w 975015"/>
                <a:gd name="csY49" fmla="*/ 89175 h 157130"/>
                <a:gd name="csX50" fmla="*/ 300303 w 975015"/>
                <a:gd name="csY50" fmla="*/ 49548 h 157130"/>
                <a:gd name="csX51" fmla="*/ 817231 w 975015"/>
                <a:gd name="csY51" fmla="*/ 49521 h 157130"/>
                <a:gd name="csX52" fmla="*/ 762322 w 975015"/>
                <a:gd name="csY52" fmla="*/ 103907 h 157130"/>
                <a:gd name="csX53" fmla="*/ 822627 w 975015"/>
                <a:gd name="csY53" fmla="*/ 157076 h 157130"/>
                <a:gd name="csX54" fmla="*/ 869102 w 975015"/>
                <a:gd name="csY54" fmla="*/ 143318 h 157130"/>
                <a:gd name="csX55" fmla="*/ 869102 w 975015"/>
                <a:gd name="csY55" fmla="*/ 123044 h 157130"/>
                <a:gd name="csX56" fmla="*/ 830544 w 975015"/>
                <a:gd name="csY56" fmla="*/ 137668 h 157130"/>
                <a:gd name="csX57" fmla="*/ 796216 w 975015"/>
                <a:gd name="csY57" fmla="*/ 108880 h 157130"/>
                <a:gd name="csX58" fmla="*/ 870892 w 975015"/>
                <a:gd name="csY58" fmla="*/ 108880 h 157130"/>
                <a:gd name="csX59" fmla="*/ 817231 w 975015"/>
                <a:gd name="csY59" fmla="*/ 49548 h 157130"/>
                <a:gd name="csX60" fmla="*/ 796894 w 975015"/>
                <a:gd name="csY60" fmla="*/ 91662 h 157130"/>
                <a:gd name="csX61" fmla="*/ 819481 w 975015"/>
                <a:gd name="csY61" fmla="*/ 68929 h 157130"/>
                <a:gd name="csX62" fmla="*/ 842068 w 975015"/>
                <a:gd name="csY62" fmla="*/ 91662 h 157130"/>
                <a:gd name="csX63" fmla="*/ 796921 w 975015"/>
                <a:gd name="csY63" fmla="*/ 91662 h 157130"/>
                <a:gd name="csX64" fmla="*/ 715928 w 975015"/>
                <a:gd name="csY64" fmla="*/ 55981 h 157130"/>
                <a:gd name="csX65" fmla="*/ 688785 w 975015"/>
                <a:gd name="csY65" fmla="*/ 49493 h 157130"/>
                <a:gd name="csX66" fmla="*/ 638405 w 975015"/>
                <a:gd name="csY66" fmla="*/ 103177 h 157130"/>
                <a:gd name="csX67" fmla="*/ 686996 w 975015"/>
                <a:gd name="csY67" fmla="*/ 157103 h 157130"/>
                <a:gd name="csX68" fmla="*/ 715928 w 975015"/>
                <a:gd name="csY68" fmla="*/ 146805 h 157130"/>
                <a:gd name="csX69" fmla="*/ 715928 w 975015"/>
                <a:gd name="csY69" fmla="*/ 155184 h 157130"/>
                <a:gd name="csX70" fmla="*/ 748602 w 975015"/>
                <a:gd name="csY70" fmla="*/ 155184 h 157130"/>
                <a:gd name="csX71" fmla="*/ 748602 w 975015"/>
                <a:gd name="csY71" fmla="*/ 1919 h 157130"/>
                <a:gd name="csX72" fmla="*/ 715928 w 975015"/>
                <a:gd name="csY72" fmla="*/ 1919 h 157130"/>
                <a:gd name="csX73" fmla="*/ 715928 w 975015"/>
                <a:gd name="csY73" fmla="*/ 56008 h 157130"/>
                <a:gd name="csX74" fmla="*/ 715928 w 975015"/>
                <a:gd name="csY74" fmla="*/ 126856 h 157130"/>
                <a:gd name="csX75" fmla="*/ 696486 w 975015"/>
                <a:gd name="csY75" fmla="*/ 135397 h 157130"/>
                <a:gd name="csX76" fmla="*/ 671404 w 975015"/>
                <a:gd name="csY76" fmla="*/ 103852 h 157130"/>
                <a:gd name="csX77" fmla="*/ 697625 w 975015"/>
                <a:gd name="csY77" fmla="*/ 71199 h 157130"/>
                <a:gd name="csX78" fmla="*/ 715928 w 975015"/>
                <a:gd name="csY78" fmla="*/ 77281 h 157130"/>
                <a:gd name="csX79" fmla="*/ 715928 w 975015"/>
                <a:gd name="csY79" fmla="*/ 126829 h 157130"/>
                <a:gd name="csX80" fmla="*/ 953377 w 975015"/>
                <a:gd name="csY80" fmla="*/ 49439 h 157130"/>
                <a:gd name="csX81" fmla="*/ 920242 w 975015"/>
                <a:gd name="csY81" fmla="*/ 81147 h 157130"/>
                <a:gd name="csX82" fmla="*/ 919781 w 975015"/>
                <a:gd name="csY82" fmla="*/ 81147 h 157130"/>
                <a:gd name="csX83" fmla="*/ 919781 w 975015"/>
                <a:gd name="csY83" fmla="*/ 51332 h 157130"/>
                <a:gd name="csX84" fmla="*/ 887107 w 975015"/>
                <a:gd name="csY84" fmla="*/ 51332 h 157130"/>
                <a:gd name="csX85" fmla="*/ 887107 w 975015"/>
                <a:gd name="csY85" fmla="*/ 155103 h 157130"/>
                <a:gd name="csX86" fmla="*/ 919781 w 975015"/>
                <a:gd name="csY86" fmla="*/ 155103 h 157130"/>
                <a:gd name="csX87" fmla="*/ 919781 w 975015"/>
                <a:gd name="csY87" fmla="*/ 110313 h 157130"/>
                <a:gd name="csX88" fmla="*/ 946625 w 975015"/>
                <a:gd name="csY88" fmla="*/ 80038 h 157130"/>
                <a:gd name="csX89" fmla="*/ 966013 w 975015"/>
                <a:gd name="csY89" fmla="*/ 87661 h 157130"/>
                <a:gd name="csX90" fmla="*/ 975015 w 975015"/>
                <a:gd name="csY90" fmla="*/ 58900 h 157130"/>
                <a:gd name="csX91" fmla="*/ 953377 w 975015"/>
                <a:gd name="csY91" fmla="*/ 49466 h 157130"/>
                <a:gd name="csX92" fmla="*/ 526093 w 975015"/>
                <a:gd name="csY92" fmla="*/ 49521 h 157130"/>
                <a:gd name="csX93" fmla="*/ 471211 w 975015"/>
                <a:gd name="csY93" fmla="*/ 103907 h 157130"/>
                <a:gd name="csX94" fmla="*/ 531516 w 975015"/>
                <a:gd name="csY94" fmla="*/ 157076 h 157130"/>
                <a:gd name="csX95" fmla="*/ 577965 w 975015"/>
                <a:gd name="csY95" fmla="*/ 143318 h 157130"/>
                <a:gd name="csX96" fmla="*/ 577965 w 975015"/>
                <a:gd name="csY96" fmla="*/ 123044 h 157130"/>
                <a:gd name="csX97" fmla="*/ 539434 w 975015"/>
                <a:gd name="csY97" fmla="*/ 137668 h 157130"/>
                <a:gd name="csX98" fmla="*/ 505105 w 975015"/>
                <a:gd name="csY98" fmla="*/ 108880 h 157130"/>
                <a:gd name="csX99" fmla="*/ 579754 w 975015"/>
                <a:gd name="csY99" fmla="*/ 108880 h 157130"/>
                <a:gd name="csX100" fmla="*/ 526093 w 975015"/>
                <a:gd name="csY100" fmla="*/ 49548 h 157130"/>
                <a:gd name="csX101" fmla="*/ 505756 w 975015"/>
                <a:gd name="csY101" fmla="*/ 91662 h 157130"/>
                <a:gd name="csX102" fmla="*/ 528343 w 975015"/>
                <a:gd name="csY102" fmla="*/ 68929 h 157130"/>
                <a:gd name="csX103" fmla="*/ 550903 w 975015"/>
                <a:gd name="csY103" fmla="*/ 91662 h 157130"/>
                <a:gd name="csX104" fmla="*/ 505756 w 975015"/>
                <a:gd name="csY104" fmla="*/ 91662 h 157130"/>
                <a:gd name="csX105" fmla="*/ 592390 w 975015"/>
                <a:gd name="csY105" fmla="*/ 155211 h 157130"/>
                <a:gd name="csX106" fmla="*/ 625064 w 975015"/>
                <a:gd name="csY106" fmla="*/ 155211 h 157130"/>
                <a:gd name="csX107" fmla="*/ 625064 w 975015"/>
                <a:gd name="csY107" fmla="*/ 51413 h 157130"/>
                <a:gd name="csX108" fmla="*/ 592390 w 975015"/>
                <a:gd name="csY108" fmla="*/ 51413 h 157130"/>
                <a:gd name="csX109" fmla="*/ 592390 w 975015"/>
                <a:gd name="csY109" fmla="*/ 155184 h 1571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</a:cxnLst>
              <a:rect l="l" t="t" r="r" b="b"/>
              <a:pathLst>
                <a:path w="975015" h="157130">
                  <a:moveTo>
                    <a:pt x="420397" y="49493"/>
                  </a:moveTo>
                  <a:cubicBezTo>
                    <a:pt x="407083" y="49493"/>
                    <a:pt x="396915" y="54413"/>
                    <a:pt x="386530" y="66280"/>
                  </a:cubicBezTo>
                  <a:lnTo>
                    <a:pt x="386530" y="51413"/>
                  </a:lnTo>
                  <a:lnTo>
                    <a:pt x="353856" y="51413"/>
                  </a:lnTo>
                  <a:lnTo>
                    <a:pt x="353856" y="124910"/>
                  </a:lnTo>
                  <a:cubicBezTo>
                    <a:pt x="366681" y="126288"/>
                    <a:pt x="377989" y="130964"/>
                    <a:pt x="386530" y="139128"/>
                  </a:cubicBezTo>
                  <a:lnTo>
                    <a:pt x="386530" y="88310"/>
                  </a:lnTo>
                  <a:cubicBezTo>
                    <a:pt x="395125" y="75497"/>
                    <a:pt x="401226" y="71199"/>
                    <a:pt x="409334" y="71199"/>
                  </a:cubicBezTo>
                  <a:cubicBezTo>
                    <a:pt x="418607" y="71199"/>
                    <a:pt x="425630" y="77281"/>
                    <a:pt x="425630" y="91905"/>
                  </a:cubicBezTo>
                  <a:lnTo>
                    <a:pt x="425630" y="155184"/>
                  </a:lnTo>
                  <a:lnTo>
                    <a:pt x="458304" y="155184"/>
                  </a:lnTo>
                  <a:lnTo>
                    <a:pt x="458304" y="89202"/>
                  </a:lnTo>
                  <a:cubicBezTo>
                    <a:pt x="458304" y="58657"/>
                    <a:pt x="436666" y="49466"/>
                    <a:pt x="420424" y="49466"/>
                  </a:cubicBezTo>
                  <a:close/>
                  <a:moveTo>
                    <a:pt x="160333" y="103339"/>
                  </a:moveTo>
                  <a:cubicBezTo>
                    <a:pt x="160333" y="85174"/>
                    <a:pt x="172969" y="73443"/>
                    <a:pt x="192573" y="73443"/>
                  </a:cubicBezTo>
                  <a:cubicBezTo>
                    <a:pt x="200681" y="73443"/>
                    <a:pt x="210605" y="75930"/>
                    <a:pt x="219174" y="80471"/>
                  </a:cubicBezTo>
                  <a:lnTo>
                    <a:pt x="219174" y="56224"/>
                  </a:lnTo>
                  <a:cubicBezTo>
                    <a:pt x="208355" y="52197"/>
                    <a:pt x="194824" y="49521"/>
                    <a:pt x="184222" y="49521"/>
                  </a:cubicBezTo>
                  <a:cubicBezTo>
                    <a:pt x="149948" y="49521"/>
                    <a:pt x="125409" y="71902"/>
                    <a:pt x="125409" y="103582"/>
                  </a:cubicBezTo>
                  <a:cubicBezTo>
                    <a:pt x="125409" y="135262"/>
                    <a:pt x="149053" y="157103"/>
                    <a:pt x="185605" y="157103"/>
                  </a:cubicBezTo>
                  <a:cubicBezTo>
                    <a:pt x="196641" y="157103"/>
                    <a:pt x="207704" y="154833"/>
                    <a:pt x="220773" y="150102"/>
                  </a:cubicBezTo>
                  <a:lnTo>
                    <a:pt x="220773" y="126694"/>
                  </a:lnTo>
                  <a:cubicBezTo>
                    <a:pt x="206348" y="132073"/>
                    <a:pt x="199379" y="133884"/>
                    <a:pt x="191462" y="133884"/>
                  </a:cubicBezTo>
                  <a:cubicBezTo>
                    <a:pt x="172752" y="133884"/>
                    <a:pt x="160333" y="121747"/>
                    <a:pt x="160333" y="103393"/>
                  </a:cubicBezTo>
                  <a:close/>
                  <a:moveTo>
                    <a:pt x="39426" y="40681"/>
                  </a:moveTo>
                  <a:cubicBezTo>
                    <a:pt x="39426" y="33032"/>
                    <a:pt x="48293" y="28139"/>
                    <a:pt x="62148" y="28139"/>
                  </a:cubicBezTo>
                  <a:cubicBezTo>
                    <a:pt x="76004" y="28139"/>
                    <a:pt x="88640" y="31923"/>
                    <a:pt x="110929" y="41790"/>
                  </a:cubicBezTo>
                  <a:lnTo>
                    <a:pt x="110929" y="11921"/>
                  </a:lnTo>
                  <a:cubicBezTo>
                    <a:pt x="91542" y="3595"/>
                    <a:pt x="75977" y="0"/>
                    <a:pt x="58705" y="0"/>
                  </a:cubicBezTo>
                  <a:cubicBezTo>
                    <a:pt x="22967" y="0"/>
                    <a:pt x="0" y="17543"/>
                    <a:pt x="0" y="44006"/>
                  </a:cubicBezTo>
                  <a:cubicBezTo>
                    <a:pt x="0" y="98933"/>
                    <a:pt x="78472" y="89742"/>
                    <a:pt x="78472" y="114881"/>
                  </a:cubicBezTo>
                  <a:cubicBezTo>
                    <a:pt x="78472" y="123855"/>
                    <a:pt x="70527" y="129018"/>
                    <a:pt x="55749" y="129018"/>
                  </a:cubicBezTo>
                  <a:cubicBezTo>
                    <a:pt x="38721" y="129018"/>
                    <a:pt x="25217" y="123855"/>
                    <a:pt x="3173" y="109286"/>
                  </a:cubicBezTo>
                  <a:lnTo>
                    <a:pt x="3173" y="142290"/>
                  </a:lnTo>
                  <a:cubicBezTo>
                    <a:pt x="18466" y="150156"/>
                    <a:pt x="31752" y="157130"/>
                    <a:pt x="58705" y="157130"/>
                  </a:cubicBezTo>
                  <a:cubicBezTo>
                    <a:pt x="93114" y="157130"/>
                    <a:pt x="117871" y="140047"/>
                    <a:pt x="117871" y="110637"/>
                  </a:cubicBezTo>
                  <a:cubicBezTo>
                    <a:pt x="117871" y="57251"/>
                    <a:pt x="39399" y="63766"/>
                    <a:pt x="39399" y="40681"/>
                  </a:cubicBezTo>
                  <a:close/>
                  <a:moveTo>
                    <a:pt x="300303" y="49521"/>
                  </a:moveTo>
                  <a:cubicBezTo>
                    <a:pt x="287450" y="49521"/>
                    <a:pt x="276875" y="54927"/>
                    <a:pt x="267385" y="66874"/>
                  </a:cubicBezTo>
                  <a:lnTo>
                    <a:pt x="266951" y="66874"/>
                  </a:lnTo>
                  <a:lnTo>
                    <a:pt x="266951" y="1919"/>
                  </a:lnTo>
                  <a:lnTo>
                    <a:pt x="234304" y="1919"/>
                  </a:lnTo>
                  <a:lnTo>
                    <a:pt x="234304" y="155211"/>
                  </a:lnTo>
                  <a:lnTo>
                    <a:pt x="266951" y="155211"/>
                  </a:lnTo>
                  <a:lnTo>
                    <a:pt x="266951" y="89148"/>
                  </a:lnTo>
                  <a:cubicBezTo>
                    <a:pt x="274625" y="78146"/>
                    <a:pt x="281159" y="73416"/>
                    <a:pt x="288806" y="73416"/>
                  </a:cubicBezTo>
                  <a:cubicBezTo>
                    <a:pt x="298947" y="73416"/>
                    <a:pt x="305699" y="80606"/>
                    <a:pt x="305699" y="96122"/>
                  </a:cubicBezTo>
                  <a:lnTo>
                    <a:pt x="305699" y="133154"/>
                  </a:lnTo>
                  <a:cubicBezTo>
                    <a:pt x="316789" y="128532"/>
                    <a:pt x="327852" y="125720"/>
                    <a:pt x="338373" y="124828"/>
                  </a:cubicBezTo>
                  <a:lnTo>
                    <a:pt x="338373" y="89175"/>
                  </a:lnTo>
                  <a:cubicBezTo>
                    <a:pt x="338373" y="61063"/>
                    <a:pt x="319229" y="49548"/>
                    <a:pt x="300303" y="49548"/>
                  </a:cubicBezTo>
                  <a:close/>
                  <a:moveTo>
                    <a:pt x="817231" y="49521"/>
                  </a:moveTo>
                  <a:cubicBezTo>
                    <a:pt x="785153" y="49521"/>
                    <a:pt x="762322" y="72091"/>
                    <a:pt x="762322" y="103907"/>
                  </a:cubicBezTo>
                  <a:cubicBezTo>
                    <a:pt x="762322" y="135722"/>
                    <a:pt x="786048" y="157076"/>
                    <a:pt x="822627" y="157076"/>
                  </a:cubicBezTo>
                  <a:cubicBezTo>
                    <a:pt x="830761" y="157076"/>
                    <a:pt x="850366" y="157076"/>
                    <a:pt x="869102" y="143318"/>
                  </a:cubicBezTo>
                  <a:lnTo>
                    <a:pt x="869102" y="123044"/>
                  </a:lnTo>
                  <a:cubicBezTo>
                    <a:pt x="853782" y="133911"/>
                    <a:pt x="843614" y="137668"/>
                    <a:pt x="830544" y="137668"/>
                  </a:cubicBezTo>
                  <a:cubicBezTo>
                    <a:pt x="809991" y="137668"/>
                    <a:pt x="797355" y="127045"/>
                    <a:pt x="796216" y="108880"/>
                  </a:cubicBezTo>
                  <a:lnTo>
                    <a:pt x="870892" y="108880"/>
                  </a:lnTo>
                  <a:cubicBezTo>
                    <a:pt x="872465" y="71010"/>
                    <a:pt x="847464" y="49548"/>
                    <a:pt x="817231" y="49548"/>
                  </a:cubicBezTo>
                  <a:close/>
                  <a:moveTo>
                    <a:pt x="796894" y="91662"/>
                  </a:moveTo>
                  <a:cubicBezTo>
                    <a:pt x="798250" y="77281"/>
                    <a:pt x="806602" y="68929"/>
                    <a:pt x="819481" y="68929"/>
                  </a:cubicBezTo>
                  <a:cubicBezTo>
                    <a:pt x="832361" y="68929"/>
                    <a:pt x="840713" y="77497"/>
                    <a:pt x="842068" y="91662"/>
                  </a:cubicBezTo>
                  <a:lnTo>
                    <a:pt x="796921" y="91662"/>
                  </a:lnTo>
                  <a:close/>
                  <a:moveTo>
                    <a:pt x="715928" y="55981"/>
                  </a:moveTo>
                  <a:cubicBezTo>
                    <a:pt x="707088" y="51710"/>
                    <a:pt x="698275" y="49493"/>
                    <a:pt x="688785" y="49493"/>
                  </a:cubicBezTo>
                  <a:cubicBezTo>
                    <a:pt x="659040" y="49493"/>
                    <a:pt x="638405" y="71443"/>
                    <a:pt x="638405" y="103177"/>
                  </a:cubicBezTo>
                  <a:cubicBezTo>
                    <a:pt x="638405" y="134911"/>
                    <a:pt x="659040" y="157103"/>
                    <a:pt x="686996" y="157103"/>
                  </a:cubicBezTo>
                  <a:cubicBezTo>
                    <a:pt x="698086" y="157103"/>
                    <a:pt x="706681" y="154184"/>
                    <a:pt x="715928" y="146805"/>
                  </a:cubicBezTo>
                  <a:lnTo>
                    <a:pt x="715928" y="155184"/>
                  </a:lnTo>
                  <a:lnTo>
                    <a:pt x="748602" y="155184"/>
                  </a:lnTo>
                  <a:lnTo>
                    <a:pt x="748602" y="1919"/>
                  </a:lnTo>
                  <a:lnTo>
                    <a:pt x="715928" y="1919"/>
                  </a:lnTo>
                  <a:lnTo>
                    <a:pt x="715928" y="56008"/>
                  </a:lnTo>
                  <a:close/>
                  <a:moveTo>
                    <a:pt x="715928" y="126856"/>
                  </a:moveTo>
                  <a:cubicBezTo>
                    <a:pt x="709149" y="132938"/>
                    <a:pt x="703509" y="135397"/>
                    <a:pt x="696486" y="135397"/>
                  </a:cubicBezTo>
                  <a:cubicBezTo>
                    <a:pt x="681111" y="135397"/>
                    <a:pt x="671404" y="122801"/>
                    <a:pt x="671404" y="103852"/>
                  </a:cubicBezTo>
                  <a:cubicBezTo>
                    <a:pt x="671404" y="83147"/>
                    <a:pt x="681111" y="71199"/>
                    <a:pt x="697625" y="71199"/>
                  </a:cubicBezTo>
                  <a:cubicBezTo>
                    <a:pt x="703509" y="71199"/>
                    <a:pt x="711182" y="73929"/>
                    <a:pt x="715928" y="77281"/>
                  </a:cubicBezTo>
                  <a:lnTo>
                    <a:pt x="715928" y="126829"/>
                  </a:lnTo>
                  <a:close/>
                  <a:moveTo>
                    <a:pt x="953377" y="49439"/>
                  </a:moveTo>
                  <a:cubicBezTo>
                    <a:pt x="940741" y="49439"/>
                    <a:pt x="929922" y="59576"/>
                    <a:pt x="920242" y="81147"/>
                  </a:cubicBezTo>
                  <a:lnTo>
                    <a:pt x="919781" y="81147"/>
                  </a:lnTo>
                  <a:lnTo>
                    <a:pt x="919781" y="51332"/>
                  </a:lnTo>
                  <a:lnTo>
                    <a:pt x="887107" y="51332"/>
                  </a:lnTo>
                  <a:lnTo>
                    <a:pt x="887107" y="155103"/>
                  </a:lnTo>
                  <a:lnTo>
                    <a:pt x="919781" y="155103"/>
                  </a:lnTo>
                  <a:lnTo>
                    <a:pt x="919781" y="110313"/>
                  </a:lnTo>
                  <a:cubicBezTo>
                    <a:pt x="927021" y="91283"/>
                    <a:pt x="934668" y="80038"/>
                    <a:pt x="946625" y="80038"/>
                  </a:cubicBezTo>
                  <a:cubicBezTo>
                    <a:pt x="951777" y="80038"/>
                    <a:pt x="957417" y="82282"/>
                    <a:pt x="966013" y="87661"/>
                  </a:cubicBezTo>
                  <a:lnTo>
                    <a:pt x="975015" y="58900"/>
                  </a:lnTo>
                  <a:cubicBezTo>
                    <a:pt x="965552" y="51926"/>
                    <a:pt x="959939" y="49466"/>
                    <a:pt x="953377" y="49466"/>
                  </a:cubicBezTo>
                  <a:close/>
                  <a:moveTo>
                    <a:pt x="526093" y="49521"/>
                  </a:moveTo>
                  <a:cubicBezTo>
                    <a:pt x="494015" y="49521"/>
                    <a:pt x="471211" y="72091"/>
                    <a:pt x="471211" y="103907"/>
                  </a:cubicBezTo>
                  <a:cubicBezTo>
                    <a:pt x="471211" y="135722"/>
                    <a:pt x="494910" y="157076"/>
                    <a:pt x="531516" y="157076"/>
                  </a:cubicBezTo>
                  <a:cubicBezTo>
                    <a:pt x="539651" y="157076"/>
                    <a:pt x="559255" y="157076"/>
                    <a:pt x="577965" y="143318"/>
                  </a:cubicBezTo>
                  <a:lnTo>
                    <a:pt x="577965" y="123044"/>
                  </a:lnTo>
                  <a:cubicBezTo>
                    <a:pt x="562671" y="133911"/>
                    <a:pt x="552530" y="137668"/>
                    <a:pt x="539434" y="137668"/>
                  </a:cubicBezTo>
                  <a:cubicBezTo>
                    <a:pt x="518880" y="137668"/>
                    <a:pt x="506244" y="127045"/>
                    <a:pt x="505105" y="108880"/>
                  </a:cubicBezTo>
                  <a:lnTo>
                    <a:pt x="579754" y="108880"/>
                  </a:lnTo>
                  <a:cubicBezTo>
                    <a:pt x="581327" y="71010"/>
                    <a:pt x="556326" y="49548"/>
                    <a:pt x="526093" y="49548"/>
                  </a:cubicBezTo>
                  <a:close/>
                  <a:moveTo>
                    <a:pt x="505756" y="91662"/>
                  </a:moveTo>
                  <a:cubicBezTo>
                    <a:pt x="507112" y="77281"/>
                    <a:pt x="515464" y="68929"/>
                    <a:pt x="528343" y="68929"/>
                  </a:cubicBezTo>
                  <a:cubicBezTo>
                    <a:pt x="541223" y="68929"/>
                    <a:pt x="549575" y="77497"/>
                    <a:pt x="550903" y="91662"/>
                  </a:cubicBezTo>
                  <a:lnTo>
                    <a:pt x="505756" y="91662"/>
                  </a:lnTo>
                  <a:close/>
                  <a:moveTo>
                    <a:pt x="592390" y="155211"/>
                  </a:moveTo>
                  <a:lnTo>
                    <a:pt x="625064" y="155211"/>
                  </a:lnTo>
                  <a:lnTo>
                    <a:pt x="625064" y="51413"/>
                  </a:lnTo>
                  <a:lnTo>
                    <a:pt x="592390" y="51413"/>
                  </a:lnTo>
                  <a:lnTo>
                    <a:pt x="592390" y="155184"/>
                  </a:lnTo>
                  <a:close/>
                </a:path>
              </a:pathLst>
            </a:custGeom>
            <a:solidFill>
              <a:schemeClr val="tx1"/>
            </a:solidFill>
            <a:ln w="26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1" name="Picture 8">
              <a:extLst>
                <a:ext uri="{FF2B5EF4-FFF2-40B4-BE49-F238E27FC236}">
                  <a16:creationId xmlns:a16="http://schemas.microsoft.com/office/drawing/2014/main" id="{30A71EB7-6E36-5739-DD39-AA38DCA99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8667412" y="4878884"/>
              <a:ext cx="18194" cy="9514"/>
              <a:chOff x="8667412" y="4878884"/>
              <a:chExt cx="18194" cy="9514"/>
            </a:xfrm>
            <a:solidFill>
              <a:schemeClr val="tx1"/>
            </a:solidFill>
          </p:grpSpPr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0FA8D62A-383C-BD7F-2718-CBCA39BF71E4}"/>
                  </a:ext>
                </a:extLst>
              </p:cNvPr>
              <p:cNvSpPr/>
              <p:nvPr/>
            </p:nvSpPr>
            <p:spPr>
              <a:xfrm>
                <a:off x="8667412" y="4878884"/>
                <a:ext cx="7971" cy="9514"/>
              </a:xfrm>
              <a:custGeom>
                <a:avLst/>
                <a:gdLst>
                  <a:gd name="csX0" fmla="*/ 7972 w 7971"/>
                  <a:gd name="csY0" fmla="*/ 1216 h 9514"/>
                  <a:gd name="csX1" fmla="*/ 4664 w 7971"/>
                  <a:gd name="csY1" fmla="*/ 1216 h 9514"/>
                  <a:gd name="csX2" fmla="*/ 4664 w 7971"/>
                  <a:gd name="csY2" fmla="*/ 9515 h 9514"/>
                  <a:gd name="csX3" fmla="*/ 3308 w 7971"/>
                  <a:gd name="csY3" fmla="*/ 9515 h 9514"/>
                  <a:gd name="csX4" fmla="*/ 3308 w 7971"/>
                  <a:gd name="csY4" fmla="*/ 1216 h 9514"/>
                  <a:gd name="csX5" fmla="*/ 0 w 7971"/>
                  <a:gd name="csY5" fmla="*/ 1216 h 9514"/>
                  <a:gd name="csX6" fmla="*/ 0 w 7971"/>
                  <a:gd name="csY6" fmla="*/ 0 h 9514"/>
                  <a:gd name="csX7" fmla="*/ 7972 w 7971"/>
                  <a:gd name="csY7" fmla="*/ 0 h 9514"/>
                  <a:gd name="csX8" fmla="*/ 7972 w 7971"/>
                  <a:gd name="csY8" fmla="*/ 1216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971" h="9514">
                    <a:moveTo>
                      <a:pt x="7972" y="1216"/>
                    </a:moveTo>
                    <a:lnTo>
                      <a:pt x="4664" y="1216"/>
                    </a:lnTo>
                    <a:lnTo>
                      <a:pt x="4664" y="9515"/>
                    </a:lnTo>
                    <a:lnTo>
                      <a:pt x="3308" y="9515"/>
                    </a:lnTo>
                    <a:lnTo>
                      <a:pt x="3308" y="1216"/>
                    </a:lnTo>
                    <a:lnTo>
                      <a:pt x="0" y="1216"/>
                    </a:lnTo>
                    <a:lnTo>
                      <a:pt x="0" y="0"/>
                    </a:lnTo>
                    <a:lnTo>
                      <a:pt x="7972" y="0"/>
                    </a:lnTo>
                    <a:lnTo>
                      <a:pt x="7972" y="1216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E6517A7C-E38C-7933-D26B-CB373481C3DA}"/>
                  </a:ext>
                </a:extLst>
              </p:cNvPr>
              <p:cNvSpPr/>
              <p:nvPr/>
            </p:nvSpPr>
            <p:spPr>
              <a:xfrm>
                <a:off x="8676685" y="4878884"/>
                <a:ext cx="8920" cy="9514"/>
              </a:xfrm>
              <a:custGeom>
                <a:avLst/>
                <a:gdLst>
                  <a:gd name="csX0" fmla="*/ 8867 w 8920"/>
                  <a:gd name="csY0" fmla="*/ 9515 h 9514"/>
                  <a:gd name="csX1" fmla="*/ 7484 w 8920"/>
                  <a:gd name="csY1" fmla="*/ 9515 h 9514"/>
                  <a:gd name="csX2" fmla="*/ 7484 w 8920"/>
                  <a:gd name="csY2" fmla="*/ 2108 h 9514"/>
                  <a:gd name="csX3" fmla="*/ 7457 w 8920"/>
                  <a:gd name="csY3" fmla="*/ 2108 h 9514"/>
                  <a:gd name="csX4" fmla="*/ 4528 w 8920"/>
                  <a:gd name="csY4" fmla="*/ 5785 h 9514"/>
                  <a:gd name="csX5" fmla="*/ 4311 w 8920"/>
                  <a:gd name="csY5" fmla="*/ 5785 h 9514"/>
                  <a:gd name="csX6" fmla="*/ 1383 w 8920"/>
                  <a:gd name="csY6" fmla="*/ 2108 h 9514"/>
                  <a:gd name="csX7" fmla="*/ 1383 w 8920"/>
                  <a:gd name="csY7" fmla="*/ 2108 h 9514"/>
                  <a:gd name="csX8" fmla="*/ 1383 w 8920"/>
                  <a:gd name="csY8" fmla="*/ 9515 h 9514"/>
                  <a:gd name="csX9" fmla="*/ 0 w 8920"/>
                  <a:gd name="csY9" fmla="*/ 9515 h 9514"/>
                  <a:gd name="csX10" fmla="*/ 0 w 8920"/>
                  <a:gd name="csY10" fmla="*/ 0 h 9514"/>
                  <a:gd name="csX11" fmla="*/ 1302 w 8920"/>
                  <a:gd name="csY11" fmla="*/ 0 h 9514"/>
                  <a:gd name="csX12" fmla="*/ 4474 w 8920"/>
                  <a:gd name="csY12" fmla="*/ 3919 h 9514"/>
                  <a:gd name="csX13" fmla="*/ 7647 w 8920"/>
                  <a:gd name="csY13" fmla="*/ 0 h 9514"/>
                  <a:gd name="csX14" fmla="*/ 8921 w 8920"/>
                  <a:gd name="csY14" fmla="*/ 0 h 9514"/>
                  <a:gd name="csX15" fmla="*/ 8921 w 8920"/>
                  <a:gd name="csY15" fmla="*/ 9515 h 95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8920" h="9514">
                    <a:moveTo>
                      <a:pt x="8867" y="9515"/>
                    </a:moveTo>
                    <a:lnTo>
                      <a:pt x="7484" y="9515"/>
                    </a:lnTo>
                    <a:lnTo>
                      <a:pt x="7484" y="2108"/>
                    </a:lnTo>
                    <a:lnTo>
                      <a:pt x="7457" y="2108"/>
                    </a:lnTo>
                    <a:lnTo>
                      <a:pt x="4528" y="5785"/>
                    </a:lnTo>
                    <a:lnTo>
                      <a:pt x="4311" y="5785"/>
                    </a:lnTo>
                    <a:lnTo>
                      <a:pt x="1383" y="2108"/>
                    </a:lnTo>
                    <a:lnTo>
                      <a:pt x="1383" y="2108"/>
                    </a:lnTo>
                    <a:lnTo>
                      <a:pt x="1383" y="9515"/>
                    </a:lnTo>
                    <a:lnTo>
                      <a:pt x="0" y="9515"/>
                    </a:lnTo>
                    <a:lnTo>
                      <a:pt x="0" y="0"/>
                    </a:lnTo>
                    <a:lnTo>
                      <a:pt x="1302" y="0"/>
                    </a:lnTo>
                    <a:lnTo>
                      <a:pt x="4474" y="3919"/>
                    </a:lnTo>
                    <a:lnTo>
                      <a:pt x="7647" y="0"/>
                    </a:lnTo>
                    <a:lnTo>
                      <a:pt x="8921" y="0"/>
                    </a:lnTo>
                    <a:lnTo>
                      <a:pt x="8921" y="9515"/>
                    </a:lnTo>
                    <a:close/>
                  </a:path>
                </a:pathLst>
              </a:custGeom>
              <a:solidFill>
                <a:schemeClr val="tx1"/>
              </a:solidFill>
              <a:ln w="269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F3DE199-985E-AE23-CE6C-50A7DCBA960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468813" y="49885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350205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05" r:id="rId1"/>
    <p:sldLayoutId id="2147484406" r:id="rId2"/>
    <p:sldLayoutId id="2147484407" r:id="rId3"/>
    <p:sldLayoutId id="2147484408" r:id="rId4"/>
    <p:sldLayoutId id="2147484409" r:id="rId5"/>
    <p:sldLayoutId id="2147484410" r:id="rId6"/>
    <p:sldLayoutId id="2147484411" r:id="rId7"/>
    <p:sldLayoutId id="2147484412" r:id="rId8"/>
    <p:sldLayoutId id="2147484413" r:id="rId9"/>
    <p:sldLayoutId id="2147484414" r:id="rId10"/>
    <p:sldLayoutId id="2147484415" r:id="rId11"/>
    <p:sldLayoutId id="2147484416" r:id="rId12"/>
    <p:sldLayoutId id="2147484417" r:id="rId13"/>
    <p:sldLayoutId id="2147484418" r:id="rId14"/>
    <p:sldLayoutId id="2147484419" r:id="rId15"/>
    <p:sldLayoutId id="2147484420" r:id="rId16"/>
    <p:sldLayoutId id="2147484421" r:id="rId17"/>
    <p:sldLayoutId id="2147484422" r:id="rId18"/>
    <p:sldLayoutId id="2147484423" r:id="rId19"/>
    <p:sldLayoutId id="2147484424" r:id="rId20"/>
    <p:sldLayoutId id="2147484425" r:id="rId21"/>
    <p:sldLayoutId id="2147484426" r:id="rId22"/>
    <p:sldLayoutId id="2147484427" r:id="rId23"/>
    <p:sldLayoutId id="2147484428" r:id="rId24"/>
    <p:sldLayoutId id="2147484429" r:id="rId25"/>
  </p:sldLayoutIdLst>
  <p:hf hdr="0" dt="0"/>
  <p:txStyles>
    <p:titleStyle>
      <a:lvl1pPr algn="l" defTabSz="457184" rtl="0" eaLnBrk="1" latinLnBrk="0" hangingPunct="1">
        <a:lnSpc>
          <a:spcPts val="2400"/>
        </a:lnSpc>
        <a:spcBef>
          <a:spcPct val="0"/>
        </a:spcBef>
        <a:buNone/>
        <a:defRPr sz="2200" b="0" kern="1200">
          <a:solidFill>
            <a:schemeClr val="accent5"/>
          </a:solidFill>
          <a:latin typeface="+mj-lt"/>
          <a:ea typeface="+mj-ea"/>
          <a:cs typeface="Arial"/>
        </a:defRPr>
      </a:lvl1pPr>
    </p:titleStyle>
    <p:bodyStyle>
      <a:lvl1pPr marL="0" indent="0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None/>
        <a:defRPr sz="1400" b="0" kern="1200">
          <a:solidFill>
            <a:schemeClr val="accent5"/>
          </a:solidFill>
          <a:latin typeface="+mn-lt"/>
          <a:ea typeface="+mn-ea"/>
          <a:cs typeface="Arial"/>
        </a:defRPr>
      </a:lvl1pPr>
      <a:lvl2pPr marL="361938" indent="-182557" algn="l" defTabSz="447659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•"/>
        <a:defRPr sz="1400" kern="1200">
          <a:solidFill>
            <a:schemeClr val="accent5"/>
          </a:solidFill>
          <a:latin typeface="+mn-lt"/>
          <a:ea typeface="+mn-ea"/>
          <a:cs typeface="Arial"/>
        </a:defRPr>
      </a:lvl2pPr>
      <a:lvl3pPr marL="538144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itchFamily="34" charset="0"/>
        <a:buChar char="‒"/>
        <a:defRPr sz="1400" kern="1200">
          <a:solidFill>
            <a:schemeClr val="accent5"/>
          </a:solidFill>
          <a:latin typeface="+mn-lt"/>
          <a:ea typeface="+mn-ea"/>
          <a:cs typeface="Arial"/>
        </a:defRPr>
      </a:lvl3pPr>
      <a:lvl4pPr marL="719113" indent="-179382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4pPr>
      <a:lvl5pPr marL="896906" indent="-185731" algn="l" defTabSz="457184" rtl="0" eaLnBrk="1" latinLnBrk="0" hangingPunct="1">
        <a:lnSpc>
          <a:spcPts val="1900"/>
        </a:lnSpc>
        <a:spcBef>
          <a:spcPts val="500"/>
        </a:spcBef>
        <a:spcAft>
          <a:spcPts val="500"/>
        </a:spcAft>
        <a:buClr>
          <a:schemeClr val="accent1"/>
        </a:buClr>
        <a:buFont typeface="Arial" panose="020B0604020202020204" pitchFamily="34" charset="0"/>
        <a:buChar char="–"/>
        <a:defRPr sz="1400" kern="1200">
          <a:solidFill>
            <a:schemeClr val="accent5"/>
          </a:solidFill>
          <a:latin typeface="+mn-lt"/>
          <a:ea typeface="+mn-ea"/>
          <a:cs typeface="Arial"/>
        </a:defRPr>
      </a:lvl5pPr>
      <a:lvl6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1000" kern="1200" baseline="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896080" indent="-182874" algn="l" defTabSz="457184" rtl="0" eaLnBrk="1" latinLnBrk="0" hangingPunct="1"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–"/>
        <a:defRPr sz="900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3428879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3" indent="-228592" algn="l" defTabSz="45718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4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2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6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9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3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7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71" algn="l" defTabSz="45718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4" orient="horz" pos="612" userDrawn="1">
          <p15:clr>
            <a:srgbClr val="F26B43"/>
          </p15:clr>
        </p15:guide>
        <p15:guide id="5" orient="horz" pos="948" userDrawn="1">
          <p15:clr>
            <a:srgbClr val="F26B43"/>
          </p15:clr>
        </p15:guide>
        <p15:guide id="6" orient="horz" pos="2724" userDrawn="1">
          <p15:clr>
            <a:srgbClr val="F26B43"/>
          </p15:clr>
        </p15:guide>
        <p15:guide id="8" orient="horz" pos="3125" userDrawn="1">
          <p15:clr>
            <a:srgbClr val="F26B43"/>
          </p15:clr>
        </p15:guide>
        <p15:guide id="9" pos="5472" userDrawn="1">
          <p15:clr>
            <a:srgbClr val="F26B43"/>
          </p15:clr>
        </p15:guide>
        <p15:guide id="10" pos="288" userDrawn="1">
          <p15:clr>
            <a:srgbClr val="F26B43"/>
          </p15:clr>
        </p15:guide>
        <p15:guide id="11" orient="horz" pos="27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1.png"/><Relationship Id="rId3" Type="http://schemas.microsoft.com/office/2007/relationships/hdphoto" Target="../media/hdphoto3.wd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>
            <a:extLst>
              <a:ext uri="{FF2B5EF4-FFF2-40B4-BE49-F238E27FC236}">
                <a16:creationId xmlns:a16="http://schemas.microsoft.com/office/drawing/2014/main" id="{CA43C162-9E48-BEEF-C4EC-22A506D72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Rectangle dark overlay">
            <a:extLst>
              <a:ext uri="{FF2B5EF4-FFF2-40B4-BE49-F238E27FC236}">
                <a16:creationId xmlns:a16="http://schemas.microsoft.com/office/drawing/2014/main" id="{D9D104F3-E59C-70E2-8886-458C39D9A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2" y="0"/>
            <a:ext cx="4843465" cy="5143500"/>
          </a:xfrm>
          <a:prstGeom prst="rect">
            <a:avLst/>
          </a:prstGeom>
          <a:gradFill>
            <a:gsLst>
              <a:gs pos="0">
                <a:srgbClr val="000000"/>
              </a:gs>
              <a:gs pos="83000">
                <a:srgbClr val="000000">
                  <a:alpha val="0"/>
                </a:srgbClr>
              </a:gs>
            </a:gsLst>
            <a:lin ang="210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1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L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Zalando Sans"/>
              <a:ea typeface="+mn-ea"/>
              <a:cs typeface="+mn-cs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5ACE534-B5A0-8DD0-A254-5F7E49A00F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accent5"/>
              </a:solidFill>
            </a:endParaRPr>
          </a:p>
          <a:p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7154B3-FD18-628C-9BAE-F6753E535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>
                <a:solidFill>
                  <a:schemeClr val="accent5"/>
                </a:solidFill>
              </a:rPr>
              <a:t>©2026 Schneider Electric. All Rights Reserved.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97E871F-9864-F92B-CDEE-3FEC7847C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710646" y="4687803"/>
            <a:ext cx="976154" cy="289230"/>
          </a:xfrm>
          <a:prstGeom prst="rect">
            <a:avLst/>
          </a:prstGeom>
        </p:spPr>
      </p:pic>
      <p:sp>
        <p:nvSpPr>
          <p:cNvPr id="10" name="Title 7">
            <a:extLst>
              <a:ext uri="{FF2B5EF4-FFF2-40B4-BE49-F238E27FC236}">
                <a16:creationId xmlns:a16="http://schemas.microsoft.com/office/drawing/2014/main" id="{A446B834-59BD-3650-E664-1446B5562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779" y="2681758"/>
            <a:ext cx="8291515" cy="710404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PLC Configuration for </a:t>
            </a:r>
            <a:r>
              <a:rPr lang="en-US" dirty="0" err="1">
                <a:solidFill>
                  <a:schemeClr val="accent5"/>
                </a:solidFill>
              </a:rPr>
              <a:t>Techross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A86B0278-887A-2195-863B-BF321FF99F26}"/>
              </a:ext>
            </a:extLst>
          </p:cNvPr>
          <p:cNvSpPr txBox="1">
            <a:spLocks/>
          </p:cNvSpPr>
          <p:nvPr/>
        </p:nvSpPr>
        <p:spPr>
          <a:xfrm>
            <a:off x="439780" y="3612879"/>
            <a:ext cx="8291515" cy="2154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600" b="0" kern="120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457184" indent="0" algn="ctr" defTabSz="447659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2pPr>
            <a:lvl3pPr marL="914367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3pPr>
            <a:lvl4pPr marL="1371552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4pPr>
            <a:lvl5pPr marL="1828736" indent="0" algn="ctr" defTabSz="457184" rtl="0" eaLnBrk="1" latinLnBrk="1" hangingPunct="1">
              <a:lnSpc>
                <a:spcPts val="19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Arial"/>
              </a:defRPr>
            </a:lvl5pPr>
            <a:lvl6pPr marL="2285919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000" kern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103" indent="0" algn="ctr" defTabSz="457184" rtl="0" eaLnBrk="1" latinLnBrk="1" hangingPunct="1"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287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471" indent="0" algn="ctr" defTabSz="457184" rtl="0" eaLnBrk="1" latinLnBrk="1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5"/>
                </a:solidFill>
              </a:rPr>
              <a:t>TM241 &amp; Ecostruxure Machine Expert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18C33CCB-DA60-0755-3954-FFF0D0B00A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74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4088-9761-EBC5-809A-5988C083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69FA3A55-B0F5-43EE-21C6-72800C02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8EC502-AF93-FB60-3885-0155C104F9B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27AF31-5D24-7C6B-35FF-AC94720801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43B7B-A985-1517-4D1A-AFB134A6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E9851E0-C329-FEB9-648F-0925A373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TSU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F765E-30F6-26F7-ADFF-0152A9E58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DC48C-9F81-3268-D7E5-98A40DBB4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1028" name="表 3">
            <a:extLst>
              <a:ext uri="{FF2B5EF4-FFF2-40B4-BE49-F238E27FC236}">
                <a16:creationId xmlns:a16="http://schemas.microsoft.com/office/drawing/2014/main" id="{E9C04AD5-F970-BF88-5997-537CF22B5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059468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DE06AEF-8E0C-C3FB-18BF-4B2F885C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0812" y="1074428"/>
            <a:ext cx="2469868" cy="1471568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858CF3CE-C5D0-4636-6491-02D779597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50420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0" name="タイトル 8">
            <a:extLst>
              <a:ext uri="{FF2B5EF4-FFF2-40B4-BE49-F238E27FC236}">
                <a16:creationId xmlns:a16="http://schemas.microsoft.com/office/drawing/2014/main" id="{90DD2132-F7A8-5D5E-28DA-499ADF24579B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タイトル 8">
            <a:extLst>
              <a:ext uri="{FF2B5EF4-FFF2-40B4-BE49-F238E27FC236}">
                <a16:creationId xmlns:a16="http://schemas.microsoft.com/office/drawing/2014/main" id="{71C172BF-1A8F-E7A6-481F-6DBC3099FC36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65A6EF-F010-C6D9-83AD-E04070B28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051790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17" name="タイトル 8">
            <a:extLst>
              <a:ext uri="{FF2B5EF4-FFF2-40B4-BE49-F238E27FC236}">
                <a16:creationId xmlns:a16="http://schemas.microsoft.com/office/drawing/2014/main" id="{318B19AE-DD50-4EDB-FA39-9BFC85032B98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7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888AF-6B9C-B90E-DD01-CD1A9D9F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3DD2B62-79A7-3C74-1167-93459007F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335712-2E5C-D23F-B617-6931E705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AE446-DB8A-1370-66FD-5BE1D5735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A680D7-A898-7D82-852C-C0805927B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0" b="95745" l="5000" r="95667">
                        <a14:foregroundMark x1="7167" y1="20567" x2="16667" y2="49645"/>
                        <a14:foregroundMark x1="21667" y1="18440" x2="40000" y2="73404"/>
                        <a14:foregroundMark x1="15333" y1="46809" x2="8500" y2="70213"/>
                        <a14:foregroundMark x1="62500" y1="31206" x2="52667" y2="58156"/>
                        <a14:foregroundMark x1="80000" y1="31915" x2="78167" y2="55319"/>
                        <a14:foregroundMark x1="78000" y1="25887" x2="74833" y2="43617"/>
                        <a14:foregroundMark x1="74833" y1="43617" x2="75333" y2="55319"/>
                        <a14:foregroundMark x1="90167" y1="35816" x2="81500" y2="68440"/>
                        <a14:foregroundMark x1="89333" y1="21631" x2="81667" y2="51418"/>
                        <a14:foregroundMark x1="81667" y1="51418" x2="81667" y2="51418"/>
                        <a14:foregroundMark x1="93000" y1="16312" x2="95833" y2="61348"/>
                        <a14:foregroundMark x1="88333" y1="71277" x2="70000" y2="96099"/>
                        <a14:foregroundMark x1="51833" y1="30496" x2="68333" y2="51418"/>
                        <a14:foregroundMark x1="66167" y1="28014" x2="73500" y2="59574"/>
                        <a14:foregroundMark x1="54167" y1="9574" x2="66167" y2="13475"/>
                        <a14:foregroundMark x1="22167" y1="46099" x2="21500" y2="75177"/>
                        <a14:foregroundMark x1="6500" y1="37589" x2="8667" y2="54610"/>
                        <a14:foregroundMark x1="6333" y1="14184" x2="11667" y2="15603"/>
                        <a14:foregroundMark x1="5500" y1="36525" x2="5500" y2="57447"/>
                        <a14:foregroundMark x1="8500" y1="29078" x2="5000" y2="42908"/>
                        <a14:foregroundMark x1="5000" y1="20567" x2="6500" y2="36170"/>
                        <a14:foregroundMark x1="40500" y1="21277" x2="42167" y2="4078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4963" y="1022492"/>
            <a:ext cx="3354074" cy="157641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657E291E-2FC1-874A-7920-4EDE2DD4B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187064"/>
              </p:ext>
            </p:extLst>
          </p:nvPr>
        </p:nvGraphicFramePr>
        <p:xfrm>
          <a:off x="1480706" y="2897668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TM241C40R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5E2EE0FD-8F32-2DF7-1AF8-793964D4B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116795"/>
              </p:ext>
            </p:extLst>
          </p:nvPr>
        </p:nvGraphicFramePr>
        <p:xfrm>
          <a:off x="1480706" y="3722805"/>
          <a:ext cx="6884132" cy="487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16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EE82A3CE-CF65-DFEC-5713-3848D4849617}"/>
              </a:ext>
            </a:extLst>
          </p:cNvPr>
          <p:cNvSpPr txBox="1">
            <a:spLocks/>
          </p:cNvSpPr>
          <p:nvPr/>
        </p:nvSpPr>
        <p:spPr>
          <a:xfrm>
            <a:off x="411477" y="2991253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EB2D61A8-71AE-C3C9-F95B-F536A56D4313}"/>
              </a:ext>
            </a:extLst>
          </p:cNvPr>
          <p:cNvSpPr txBox="1">
            <a:spLocks/>
          </p:cNvSpPr>
          <p:nvPr/>
        </p:nvSpPr>
        <p:spPr>
          <a:xfrm>
            <a:off x="411477" y="379026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FD3C34-D0CD-F853-FECD-B5988843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346397"/>
              </p:ext>
            </p:extLst>
          </p:nvPr>
        </p:nvGraphicFramePr>
        <p:xfrm>
          <a:off x="195876" y="1592589"/>
          <a:ext cx="2037873" cy="822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6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BF06FC6E-63C8-B5BF-2A7D-068536F64C3A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31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56E-B4D3-26F4-21EE-0448A35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5368F8-7A14-9D1C-FF53-590694D71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ANU-S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DCD0F-C43B-9703-5A24-602B91912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4246F3-750D-7EFC-0150-96955FCA3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056C22-5632-1C44-010F-47E7603D4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006" y="1031240"/>
            <a:ext cx="2885873" cy="1489785"/>
          </a:xfrm>
          <a:prstGeom prst="rect">
            <a:avLst/>
          </a:prstGeom>
        </p:spPr>
      </p:pic>
      <p:graphicFrame>
        <p:nvGraphicFramePr>
          <p:cNvPr id="9" name="表 3">
            <a:extLst>
              <a:ext uri="{FF2B5EF4-FFF2-40B4-BE49-F238E27FC236}">
                <a16:creationId xmlns:a16="http://schemas.microsoft.com/office/drawing/2014/main" id="{55181DC2-38C8-E620-2901-011A26CC6E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697267"/>
              </p:ext>
            </p:extLst>
          </p:nvPr>
        </p:nvGraphicFramePr>
        <p:xfrm>
          <a:off x="1480706" y="2897668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TM241C24R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TM3AQ2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46312"/>
                  </a:ext>
                </a:extLst>
              </a:tr>
            </a:tbl>
          </a:graphicData>
        </a:graphic>
      </p:graphicFrame>
      <p:graphicFrame>
        <p:nvGraphicFramePr>
          <p:cNvPr id="11" name="表 3">
            <a:extLst>
              <a:ext uri="{FF2B5EF4-FFF2-40B4-BE49-F238E27FC236}">
                <a16:creationId xmlns:a16="http://schemas.microsoft.com/office/drawing/2014/main" id="{EEA8C299-F8C2-39E9-9038-FE9A267C72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10196"/>
              </p:ext>
            </p:extLst>
          </p:nvPr>
        </p:nvGraphicFramePr>
        <p:xfrm>
          <a:off x="1480706" y="3722805"/>
          <a:ext cx="6884132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03082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897189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908833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1018757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Reference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DO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AI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AO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Serial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Ethernet</a:t>
                      </a:r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14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10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2ch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18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00" dirty="0"/>
                        <a:t>2</a:t>
                      </a:r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01174"/>
                  </a:ext>
                </a:extLst>
              </a:tr>
            </a:tbl>
          </a:graphicData>
        </a:graphic>
      </p:graphicFrame>
      <p:sp>
        <p:nvSpPr>
          <p:cNvPr id="14" name="タイトル 8">
            <a:extLst>
              <a:ext uri="{FF2B5EF4-FFF2-40B4-BE49-F238E27FC236}">
                <a16:creationId xmlns:a16="http://schemas.microsoft.com/office/drawing/2014/main" id="{5B8810EC-471C-F2F2-63EE-2CA30A4587EF}"/>
              </a:ext>
            </a:extLst>
          </p:cNvPr>
          <p:cNvSpPr txBox="1">
            <a:spLocks/>
          </p:cNvSpPr>
          <p:nvPr/>
        </p:nvSpPr>
        <p:spPr>
          <a:xfrm>
            <a:off x="411477" y="3108816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16" name="タイトル 8">
            <a:extLst>
              <a:ext uri="{FF2B5EF4-FFF2-40B4-BE49-F238E27FC236}">
                <a16:creationId xmlns:a16="http://schemas.microsoft.com/office/drawing/2014/main" id="{B341AB97-843C-9177-978E-20660BA0888E}"/>
              </a:ext>
            </a:extLst>
          </p:cNvPr>
          <p:cNvSpPr txBox="1">
            <a:spLocks/>
          </p:cNvSpPr>
          <p:nvPr/>
        </p:nvSpPr>
        <p:spPr>
          <a:xfrm>
            <a:off x="411477" y="39078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592589"/>
          <a:ext cx="2037873" cy="1097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71199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3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>
                          <a:solidFill>
                            <a:srgbClr val="FF7C80"/>
                          </a:solidFill>
                        </a:rPr>
                        <a:t>5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Serial 2CH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724954" y="1236475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1E01-D65A-2FED-92F6-607556C1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BFDDACB-4FF8-6EDB-6F44-D2A4D4969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MCC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2148F-6FD6-0234-8693-EDF5E806D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57B63-9BAD-F3FC-A47A-58F48ED48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2" name="表 3">
            <a:extLst>
              <a:ext uri="{FF2B5EF4-FFF2-40B4-BE49-F238E27FC236}">
                <a16:creationId xmlns:a16="http://schemas.microsoft.com/office/drawing/2014/main" id="{7ABB4ED5-D9F4-BAC1-1F60-03C0618AF0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114025"/>
              </p:ext>
            </p:extLst>
          </p:nvPr>
        </p:nvGraphicFramePr>
        <p:xfrm>
          <a:off x="1407550" y="2640000"/>
          <a:ext cx="6815022" cy="1645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93256293"/>
                    </a:ext>
                  </a:extLst>
                </a:gridCol>
                <a:gridCol w="520000">
                  <a:extLst>
                    <a:ext uri="{9D8B030D-6E8A-4147-A177-3AD203B41FA5}">
                      <a16:colId xmlns:a16="http://schemas.microsoft.com/office/drawing/2014/main" val="2524214027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4258026590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1822838264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1166293157"/>
                    </a:ext>
                  </a:extLst>
                </a:gridCol>
                <a:gridCol w="620000">
                  <a:extLst>
                    <a:ext uri="{9D8B030D-6E8A-4147-A177-3AD203B41FA5}">
                      <a16:colId xmlns:a16="http://schemas.microsoft.com/office/drawing/2014/main" val="1191961483"/>
                    </a:ext>
                  </a:extLst>
                </a:gridCol>
                <a:gridCol w="850000">
                  <a:extLst>
                    <a:ext uri="{9D8B030D-6E8A-4147-A177-3AD203B41FA5}">
                      <a16:colId xmlns:a16="http://schemas.microsoft.com/office/drawing/2014/main" val="2841846319"/>
                    </a:ext>
                  </a:extLst>
                </a:gridCol>
                <a:gridCol w="855022">
                  <a:extLst>
                    <a:ext uri="{9D8B030D-6E8A-4147-A177-3AD203B41FA5}">
                      <a16:colId xmlns:a16="http://schemas.microsoft.com/office/drawing/2014/main" val="1032620066"/>
                    </a:ext>
                  </a:extLst>
                </a:gridCol>
              </a:tblGrid>
              <a:tr h="235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Reference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Q’ty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DI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DO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AI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AO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Serial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/>
                        <a:t>Ethernet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extLst>
                  <a:ext uri="{0D108BD9-81ED-4DB2-BD59-A6C34878D82A}">
                    <a16:rowId xmlns:a16="http://schemas.microsoft.com/office/drawing/2014/main" val="3276830544"/>
                  </a:ext>
                </a:extLst>
              </a:tr>
              <a:tr h="235000">
                <a:tc>
                  <a:txBody>
                    <a:bodyPr/>
                    <a:lstStyle/>
                    <a:p>
                      <a:r>
                        <a:rPr lang="en-US" altLang="ko-KR" sz="900" dirty="0" b="0">
                          <a:solidFill>
                            <a:srgbClr val="C00000"/>
                          </a:solidFill>
                        </a:rPr>
                        <a:t>TM241CE24T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C00000"/>
                          </a:solidFill>
                        </a:rPr>
                        <a:t>14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 b="0">
                          <a:solidFill>
                            <a:srgbClr val="7F7F7F"/>
                          </a:solidFill>
                        </a:rPr>
                        <a:t>TR 10 (미사용)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extLst>
                  <a:ext uri="{0D108BD9-81ED-4DB2-BD59-A6C34878D82A}">
                    <a16:rowId xmlns:a16="http://schemas.microsoft.com/office/drawing/2014/main" val="4030718134"/>
                  </a:ext>
                </a:extLst>
              </a:tr>
              <a:tr h="235000">
                <a:tc>
                  <a:txBody>
                    <a:bodyPr/>
                    <a:lstStyle/>
                    <a:p>
                      <a:r>
                        <a:rPr lang="en-US" altLang="ko-KR" sz="900" dirty="0" b="0">
                          <a:solidFill>
                            <a:srgbClr val="C00000"/>
                          </a:solidFill>
                        </a:rPr>
                        <a:t>TM3DI16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>6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C00000"/>
                          </a:solidFill>
                        </a:rPr>
                        <a:t>96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extLst>
                  <a:ext uri="{0D108BD9-81ED-4DB2-BD59-A6C34878D82A}">
                    <a16:rowId xmlns:a16="http://schemas.microsoft.com/office/drawing/2014/main" val="1691690314"/>
                  </a:ext>
                </a:extLst>
              </a:tr>
              <a:tr h="235000">
                <a:tc>
                  <a:txBody>
                    <a:bodyPr/>
                    <a:lstStyle/>
                    <a:p>
                      <a:r>
                        <a:rPr lang="en-US" altLang="ko-KR" sz="900" dirty="0" b="0">
                          <a:solidFill>
                            <a:srgbClr val="C00000"/>
                          </a:solidFill>
                        </a:rPr>
                        <a:t>TM3DQ16R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C00000"/>
                          </a:solidFill>
                        </a:rPr>
                        <a:t>64 (Relay)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extLst>
                  <a:ext uri="{0D108BD9-81ED-4DB2-BD59-A6C34878D82A}">
                    <a16:rowId xmlns:a16="http://schemas.microsoft.com/office/drawing/2014/main" val="1976285449"/>
                  </a:ext>
                </a:extLst>
              </a:tr>
              <a:tr h="235000">
                <a:tc>
                  <a:txBody>
                    <a:bodyPr/>
                    <a:lstStyle/>
                    <a:p>
                      <a:r>
                        <a:rPr lang="en-US" altLang="ko-KR" sz="900" dirty="0" b="0">
                          <a:solidFill>
                            <a:srgbClr val="C00000"/>
                          </a:solidFill>
                        </a:rPr>
                        <a:t>TM3AQ4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>1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C0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extLst>
                  <a:ext uri="{0D108BD9-81ED-4DB2-BD59-A6C34878D82A}">
                    <a16:rowId xmlns:a16="http://schemas.microsoft.com/office/drawing/2014/main" val="5660297"/>
                  </a:ext>
                </a:extLst>
              </a:tr>
              <a:tr h="235000">
                <a:tc>
                  <a:txBody>
                    <a:bodyPr/>
                    <a:lstStyle/>
                    <a:p>
                      <a:r>
                        <a:rPr lang="en-US" altLang="ko-KR" sz="900" dirty="0" b="0">
                          <a:solidFill>
                            <a:srgbClr val="C00000"/>
                          </a:solidFill>
                        </a:rPr>
                        <a:t>TM3XTRA1 + TM3XREC1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>1 + 1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0">
                          <a:solidFill>
                            <a:srgbClr val="1F1F1F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extLst>
                  <a:ext uri="{0D108BD9-81ED-4DB2-BD59-A6C34878D82A}">
                    <a16:rowId xmlns:a16="http://schemas.microsoft.com/office/drawing/2014/main" val="177100329"/>
                  </a:ext>
                </a:extLst>
              </a:tr>
              <a:tr h="235000">
                <a:tc>
                  <a:txBody>
                    <a:bodyPr/>
                    <a:lstStyle/>
                    <a:p>
                      <a:r>
                        <a:rPr lang="en-US" altLang="ko-KR" sz="900" dirty="0" b="1">
                          <a:solidFill>
                            <a:srgbClr val="C00000"/>
                          </a:solidFill>
                        </a:rPr>
                        <a:t>합계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1">
                          <a:solidFill>
                            <a:srgbClr val="C00000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1">
                          <a:solidFill>
                            <a:srgbClr val="C00000"/>
                          </a:solidFill>
                        </a:rPr>
                        <a:t>110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1">
                          <a:solidFill>
                            <a:srgbClr val="C00000"/>
                          </a:solidFill>
                        </a:rPr>
                        <a:t>64 (Relay)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1">
                          <a:solidFill>
                            <a:srgbClr val="C00000"/>
                          </a:solidFill>
                        </a:rPr>
                        <a:t/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1">
                          <a:solidFill>
                            <a:srgbClr val="C00000"/>
                          </a:solidFill>
                        </a:rPr>
                        <a:t>4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1">
                          <a:solidFill>
                            <a:srgbClr val="C00000"/>
                          </a:solidFill>
                        </a:rPr>
                        <a:t>2ch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900" dirty="0" b="1">
                          <a:solidFill>
                            <a:srgbClr val="C00000"/>
                          </a:solidFill>
                        </a:rPr>
                        <a:t>1ch</a:t>
                      </a:r>
                      <a:endParaRPr kumimoji="1" lang="ja-JP" altLang="en-US" sz="1000" dirty="0"/>
                    </a:p>
                  </a:txBody>
                  <a:tcPr marT="15000" marB="15000" anchor="ctr"/>
                </a:tc>
                <a:extLst>
                  <a:ext uri="{0D108BD9-81ED-4DB2-BD59-A6C34878D82A}">
                    <a16:rowId xmlns:a16="http://schemas.microsoft.com/office/drawing/2014/main" val="797479953"/>
                  </a:ext>
                </a:extLst>
              </a:tr>
            </a:tbl>
          </a:graphicData>
        </a:graphic>
      </p:graphicFrame>
      <p:sp>
        <p:nvSpPr>
          <p:cNvPr id="6" name="タイトル 8">
            <a:extLst>
              <a:ext uri="{FF2B5EF4-FFF2-40B4-BE49-F238E27FC236}">
                <a16:creationId xmlns:a16="http://schemas.microsoft.com/office/drawing/2014/main" id="{3ACA4C00-F5D9-9995-879B-CDB957B13052}"/>
              </a:ext>
            </a:extLst>
          </p:cNvPr>
          <p:cNvSpPr txBox="1">
            <a:spLocks/>
          </p:cNvSpPr>
          <p:nvPr/>
        </p:nvSpPr>
        <p:spPr>
          <a:xfrm>
            <a:off x="280848" y="3679228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 altLang="ja-JP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graphicFrame>
        <p:nvGraphicFramePr>
          <p:cNvPr id="18" name="MCC 필수사항">
            <a:extLst>
              <a:ext uri="{FF2B5EF4-FFF2-40B4-BE49-F238E27FC236}">
                <a16:creationId xmlns:a16="http://schemas.microsoft.com/office/drawing/2014/main" id="{D346F445-A213-D88F-1A70-2975E6C81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491343"/>
              </p:ext>
            </p:extLst>
          </p:nvPr>
        </p:nvGraphicFramePr>
        <p:xfrm>
          <a:off x="195876" y="1300000"/>
          <a:ext cx="2210000" cy="9200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60000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rgbClr val="FFFFFF"/>
                          </a:solidFill>
                        </a:rPr>
                        <a:t>102 Point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rgbClr val="FF7C80"/>
                          </a:solidFill>
                        </a:rPr>
                        <a:t>54 Point (Relay)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AO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rgbClr val="FFFFFF"/>
                          </a:solidFill>
                        </a:rPr>
                        <a:t>4 CH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Comm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0" dirty="0">
                          <a:solidFill>
                            <a:srgbClr val="FFFFFF"/>
                          </a:solidFill>
                        </a:rPr>
                        <a:t>Serial 1 + Ethernet 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marT="20000" marB="2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49763"/>
                  </a:ext>
                </a:extLst>
              </a:tr>
            </a:tbl>
          </a:graphicData>
        </a:graphic>
      </p:graphicFrame>
      <p:sp>
        <p:nvSpPr>
          <p:cNvPr id="20" name="タイトル 8">
            <a:extLst>
              <a:ext uri="{FF2B5EF4-FFF2-40B4-BE49-F238E27FC236}">
                <a16:creationId xmlns:a16="http://schemas.microsoft.com/office/drawing/2014/main" id="{77102BEF-C9B7-9A9E-0CE6-AF4DF7DDD1C0}"/>
              </a:ext>
            </a:extLst>
          </p:cNvPr>
          <p:cNvSpPr txBox="1">
            <a:spLocks/>
          </p:cNvSpPr>
          <p:nvPr/>
        </p:nvSpPr>
        <p:spPr>
          <a:xfrm>
            <a:off x="560000" y="960000"/>
            <a:ext cx="979717" cy="3965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457184" rtl="0" eaLnBrk="1" latinLnBrk="0" hangingPunct="1">
              <a:lnSpc>
                <a:spcPts val="2400"/>
              </a:lnSpc>
              <a:spcBef>
                <a:spcPct val="0"/>
              </a:spcBef>
              <a:buNone/>
              <a:defRPr sz="2200" b="0" kern="1200">
                <a:solidFill>
                  <a:schemeClr val="accent5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ko-KR" altLang="en-US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필수사항</a:t>
            </a:r>
            <a:endParaRPr lang="ja-JP" altLang="en-US" sz="1050" dirty="0">
              <a:solidFill>
                <a:schemeClr val="tx1"/>
              </a:solidFill>
            </a:endParaRPr>
          </a:p>
        </p:txBody>
      </p:sp>
      <p:sp>
        <p:nvSpPr>
          <p:cNvPr id="21" name="MCC 요구 주석"/>
          <p:cNvSpPr txBox="1"/>
          <p:nvPr/>
        </p:nvSpPr>
        <p:spPr>
          <a:xfrm>
            <a:off x="195876" y="2380000"/>
            <a:ext cx="2200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(현행 유지 · RFQ: MCC Relay Type Only)</a:t>
            </a:r>
          </a:p>
        </p:txBody>
      </p:sp>
      <p:sp>
        <p:nvSpPr>
          <p:cNvPr id="22" name="라벨 로컬"/>
          <p:cNvSpPr txBox="1"/>
          <p:nvPr/>
        </p:nvSpPr>
        <p:spPr>
          <a:xfrm>
            <a:off x="2450000" y="850000"/>
            <a:ext cx="40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Local bus (TM3 모듈 7개)</a:t>
            </a:r>
          </a:p>
        </p:txBody>
      </p:sp>
      <p:sp>
        <p:nvSpPr>
          <p:cNvPr id="23" name="CPU TM241CE24T"/>
          <p:cNvSpPr/>
          <p:nvPr/>
        </p:nvSpPr>
        <p:spPr>
          <a:xfrm>
            <a:off x="2450000" y="1020000"/>
            <a:ext cx="1000000" cy="6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00" b="1">
                <a:solidFill>
                  <a:srgbClr val="1F1F1F"/>
                </a:solidFill>
              </a:rPr>
              <a:t>TM241CE24T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CPU · DC24V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Serial 2CH + Ethernet</a:t>
            </a:r>
          </a:p>
          <a:p>
            <a:pPr algn="ctr"/>
            <a:r>
              <a:rPr sz="700" b="0">
                <a:solidFill>
                  <a:srgbClr val="1F1F1F"/>
                </a:solidFill>
              </a:rPr>
              <a:t>DI 14</a:t>
            </a:r>
          </a:p>
        </p:txBody>
      </p:sp>
      <p:sp>
        <p:nvSpPr>
          <p:cNvPr id="24" name="TM3DI16 #1"/>
          <p:cNvSpPr/>
          <p:nvPr/>
        </p:nvSpPr>
        <p:spPr>
          <a:xfrm>
            <a:off x="3490000" y="1020000"/>
            <a:ext cx="480000" cy="62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5" name="TM3DI16 #2"/>
          <p:cNvSpPr/>
          <p:nvPr/>
        </p:nvSpPr>
        <p:spPr>
          <a:xfrm>
            <a:off x="4010000" y="1020000"/>
            <a:ext cx="480000" cy="62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6" name="TM3DI16 #3"/>
          <p:cNvSpPr/>
          <p:nvPr/>
        </p:nvSpPr>
        <p:spPr>
          <a:xfrm>
            <a:off x="4530000" y="1020000"/>
            <a:ext cx="480000" cy="62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7" name="TM3DI16 #4"/>
          <p:cNvSpPr/>
          <p:nvPr/>
        </p:nvSpPr>
        <p:spPr>
          <a:xfrm>
            <a:off x="5050000" y="1020000"/>
            <a:ext cx="480000" cy="62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8" name="TM3DI16 #5"/>
          <p:cNvSpPr/>
          <p:nvPr/>
        </p:nvSpPr>
        <p:spPr>
          <a:xfrm>
            <a:off x="5570000" y="1020000"/>
            <a:ext cx="480000" cy="62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29" name="TM3DI16 #6"/>
          <p:cNvSpPr/>
          <p:nvPr/>
        </p:nvSpPr>
        <p:spPr>
          <a:xfrm>
            <a:off x="6090000" y="1020000"/>
            <a:ext cx="480000" cy="620000"/>
          </a:xfrm>
          <a:prstGeom prst="rect">
            <a:avLst/>
          </a:prstGeom>
          <a:solidFill>
            <a:srgbClr val="D6E4E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TM3DI16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DI 16</a:t>
            </a:r>
          </a:p>
        </p:txBody>
      </p:sp>
      <p:sp>
        <p:nvSpPr>
          <p:cNvPr id="30" name="TM3AQ4"/>
          <p:cNvSpPr/>
          <p:nvPr/>
        </p:nvSpPr>
        <p:spPr>
          <a:xfrm>
            <a:off x="6610000" y="1020000"/>
            <a:ext cx="480000" cy="620000"/>
          </a:xfrm>
          <a:prstGeom prst="rect">
            <a:avLst/>
          </a:prstGeom>
          <a:solidFill>
            <a:srgbClr val="EADBC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TM3AQ4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AO 4</a:t>
            </a:r>
          </a:p>
        </p:txBody>
      </p:sp>
      <p:sp>
        <p:nvSpPr>
          <p:cNvPr id="31" name="TM3XTRA1"/>
          <p:cNvSpPr/>
          <p:nvPr/>
        </p:nvSpPr>
        <p:spPr>
          <a:xfrm>
            <a:off x="7130000" y="1020000"/>
            <a:ext cx="520000" cy="620000"/>
          </a:xfrm>
          <a:prstGeom prst="rect">
            <a:avLst/>
          </a:prstGeom>
          <a:solidFill>
            <a:srgbClr val="BFBFB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TM3XTRA1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버스 확장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(송신)</a:t>
            </a:r>
          </a:p>
        </p:txBody>
      </p:sp>
      <p:sp>
        <p:nvSpPr>
          <p:cNvPr id="32" name="TM3XREC1"/>
          <p:cNvSpPr/>
          <p:nvPr/>
        </p:nvSpPr>
        <p:spPr>
          <a:xfrm>
            <a:off x="2450000" y="1900000"/>
            <a:ext cx="520000" cy="620000"/>
          </a:xfrm>
          <a:prstGeom prst="rect">
            <a:avLst/>
          </a:prstGeom>
          <a:solidFill>
            <a:srgbClr val="BFBFB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TM3XREC1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버스 확장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(수신)</a:t>
            </a:r>
          </a:p>
        </p:txBody>
      </p:sp>
      <p:sp>
        <p:nvSpPr>
          <p:cNvPr id="33" name="TM3DQ16R #1"/>
          <p:cNvSpPr/>
          <p:nvPr/>
        </p:nvSpPr>
        <p:spPr>
          <a:xfrm>
            <a:off x="3010000" y="1900000"/>
            <a:ext cx="560000" cy="62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TM3DQ16R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(Relay)</a:t>
            </a:r>
          </a:p>
        </p:txBody>
      </p:sp>
      <p:sp>
        <p:nvSpPr>
          <p:cNvPr id="34" name="TM3DQ16R #2"/>
          <p:cNvSpPr/>
          <p:nvPr/>
        </p:nvSpPr>
        <p:spPr>
          <a:xfrm>
            <a:off x="3610000" y="1900000"/>
            <a:ext cx="560000" cy="62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TM3DQ16R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(Relay)</a:t>
            </a:r>
          </a:p>
        </p:txBody>
      </p:sp>
      <p:sp>
        <p:nvSpPr>
          <p:cNvPr id="35" name="TM3DQ16R #3"/>
          <p:cNvSpPr/>
          <p:nvPr/>
        </p:nvSpPr>
        <p:spPr>
          <a:xfrm>
            <a:off x="4210000" y="1900000"/>
            <a:ext cx="560000" cy="62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TM3DQ16R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(Relay)</a:t>
            </a:r>
          </a:p>
        </p:txBody>
      </p:sp>
      <p:sp>
        <p:nvSpPr>
          <p:cNvPr id="36" name="TM3DQ16R #4"/>
          <p:cNvSpPr/>
          <p:nvPr/>
        </p:nvSpPr>
        <p:spPr>
          <a:xfrm>
            <a:off x="4810000" y="1900000"/>
            <a:ext cx="560000" cy="620000"/>
          </a:xfrm>
          <a:prstGeom prst="rect">
            <a:avLst/>
          </a:prstGeom>
          <a:solidFill>
            <a:srgbClr val="D9EAD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00" b="1">
                <a:solidFill>
                  <a:srgbClr val="1F1F1F"/>
                </a:solidFill>
              </a:rPr>
              <a:t>TM3DQ16R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DO 16</a:t>
            </a:r>
          </a:p>
          <a:p>
            <a:pPr algn="ctr"/>
            <a:r>
              <a:rPr sz="600" b="0">
                <a:solidFill>
                  <a:srgbClr val="1F1F1F"/>
                </a:solidFill>
              </a:rPr>
              <a:t>(Relay)</a:t>
            </a:r>
          </a:p>
        </p:txBody>
      </p:sp>
      <p:sp>
        <p:nvSpPr>
          <p:cNvPr id="37" name="라벨 리모트"/>
          <p:cNvSpPr txBox="1"/>
          <p:nvPr/>
        </p:nvSpPr>
        <p:spPr>
          <a:xfrm>
            <a:off x="5470000" y="2130000"/>
            <a:ext cx="2600000" cy="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Remote bus (TM3 버스 확장, 모듈 4개)</a:t>
            </a:r>
          </a:p>
        </p:txBody>
      </p:sp>
      <p:cxnSp>
        <p:nvCxnSpPr>
          <p:cNvPr id="38" name="버스 확장 케이블 1"/>
          <p:cNvCxnSpPr/>
          <p:nvPr/>
        </p:nvCxnSpPr>
        <p:spPr>
          <a:xfrm>
            <a:off x="7390000" y="1640000"/>
            <a:ext cx="0" cy="130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버스 확장 케이블 2"/>
          <p:cNvCxnSpPr/>
          <p:nvPr/>
        </p:nvCxnSpPr>
        <p:spPr>
          <a:xfrm>
            <a:off x="2710000" y="1770000"/>
            <a:ext cx="4680000" cy="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버스 확장 케이블 3"/>
          <p:cNvCxnSpPr/>
          <p:nvPr/>
        </p:nvCxnSpPr>
        <p:spPr>
          <a:xfrm>
            <a:off x="2710000" y="1770000"/>
            <a:ext cx="0" cy="130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CC 주석"/>
          <p:cNvSpPr txBox="1"/>
          <p:nvPr/>
        </p:nvSpPr>
        <p:spPr>
          <a:xfrm>
            <a:off x="200000" y="4000000"/>
            <a:ext cx="1150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* Relay 출력만 사용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(CPU 내장 TR 미사용)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* TM3 모듈 11개 →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TM3XTRA1/XREC1</a:t>
            </a:r>
          </a:p>
          <a:p>
            <a:pPr algn="l"/>
            <a:r>
              <a:rPr sz="700" b="0">
                <a:solidFill>
                  <a:srgbClr val="E2F0D9"/>
                </a:solidFill>
              </a:rPr>
              <a:t>  버스 확장으로 연결</a:t>
            </a:r>
          </a:p>
        </p:txBody>
      </p:sp>
    </p:spTree>
    <p:extLst>
      <p:ext uri="{BB962C8B-B14F-4D97-AF65-F5344CB8AC3E}">
        <p14:creationId xmlns:p14="http://schemas.microsoft.com/office/powerpoint/2010/main" val="24834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FEE6-D6AA-590C-3FEF-6185C69A4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8">
            <a:extLst>
              <a:ext uri="{FF2B5EF4-FFF2-40B4-BE49-F238E27FC236}">
                <a16:creationId xmlns:a16="http://schemas.microsoft.com/office/drawing/2014/main" id="{AF036653-27AE-2E21-3C0F-25FC2FA5D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3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</a:t>
            </a:r>
            <a:endParaRPr lang="ja-JP" altLang="en-US" dirty="0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A1D5AC85-8A97-610E-09F2-F68D7B77FE3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©2026 Schneider Electric. All Rights Reserved.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2E1969D-2D32-980E-3722-15982189E6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0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세부 내용 표</a:t>
            </a:r>
            <a:endParaRPr lang="ja-JP" altLang="en-US" dirty="0"/>
          </a:p>
        </p:txBody>
      </p:sp>
      <p:graphicFrame>
        <p:nvGraphicFramePr>
          <p:cNvPr id="14" name="Table1 PLC 세부 내용 표"/>
          <p:cNvGraphicFramePr>
            <a:graphicFrameLocks noGrp="1"/>
          </p:cNvGraphicFramePr>
          <p:nvPr/>
        </p:nvGraphicFramePr>
        <p:xfrm>
          <a:off x="300000" y="820000"/>
          <a:ext cx="8540000" cy="342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40000"/>
                <a:gridCol w="1030000"/>
                <a:gridCol w="1030000"/>
                <a:gridCol w="1030000"/>
                <a:gridCol w="1030000"/>
                <a:gridCol w="1030000"/>
                <a:gridCol w="1030000"/>
                <a:gridCol w="1420000"/>
              </a:tblGrid>
              <a:tr h="2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TSU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MCC (DC24V)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정격전압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AC220V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DC24V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제조사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Schneider Electric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모델명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TM241C40T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TM241C24R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TM241C24T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TM3AQ2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TM241CE24T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TM3DI16 × 6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TM3DQ16R × 4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TM3AQ4</a:t>
                      </a:r>
                    </a:p>
                    <a:p>
                      <a:pPr algn="ctr"/>
                      <a:r>
                        <a:rPr sz="650" b="0">
                          <a:solidFill>
                            <a:srgbClr val="C00000"/>
                          </a:solidFill>
                        </a:rPr>
                        <a:t>TM3XTRA1 + TM3XREC1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치수 (mm)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150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190 × 95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23.6 × 70 × 90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CPU 150 × 95 × 90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[TM3 모듈 치수 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무게</a:t>
                      </a:r>
                    </a:p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(Card 포함)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0.42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0.535 kg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 필요]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64 MB RAM</a:t>
                      </a:r>
                    </a:p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DI/DO/AI/AO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24/16/0/0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14/10/0/2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C00000"/>
                          </a:solidFill>
                        </a:rPr>
                        <a:t>110/64(Relay)/0/4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선급인증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Reference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Marine Energy Saving System, Marine Crane, Marine Scrubber   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[적용 고객사·선박 등 구체 실적 추가]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3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제안 가격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</a:rPr>
                        <a:t>[기입]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1F1F1F"/>
                          </a:solidFill>
                        </a:rPr>
                        <a:t>Benefit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1F1F1F"/>
                          </a:solidFill>
                        </a:rPr>
                        <a:t>슈나이더 일렉트릭 글로벌 서비스, 하나의 파일로 각 Project(</a:t>
                      </a:r>
                      <a:r>
                        <a:rPr sz="700" b="1">
                          <a:solidFill>
                            <a:srgbClr val="C00000"/>
                          </a:solidFill>
                        </a:rPr>
                        <a:t>TSU, ANU, ANU-S, MCC</a:t>
                      </a:r>
                      <a:r>
                        <a:rPr sz="700">
                          <a:solidFill>
                            <a:srgbClr val="1F1F1F"/>
                          </a:solidFill>
                        </a:rPr>
                        <a:t>) 관리, SD카드를 통한 소스코드·펌웨어 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15" name="Table1 범례"/>
          <p:cNvSpPr txBox="1"/>
          <p:nvPr/>
        </p:nvSpPr>
        <p:spPr>
          <a:xfrm>
            <a:off x="300000" y="4270000"/>
            <a:ext cx="854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수정한 내용 / [ ] = Schneider 확인 후 기입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CPU 사양 (TM241 공통)</a:t>
            </a:r>
            <a:endParaRPr lang="ja-JP" altLang="en-US" dirty="0"/>
          </a:p>
        </p:txBody>
      </p:sp>
      <p:graphicFrame>
        <p:nvGraphicFramePr>
          <p:cNvPr id="14" name="CPU 사양 표"/>
          <p:cNvGraphicFramePr>
            <a:graphicFrameLocks noGrp="1"/>
          </p:cNvGraphicFramePr>
          <p:nvPr/>
        </p:nvGraphicFramePr>
        <p:xfrm>
          <a:off x="1100000" y="900000"/>
          <a:ext cx="6900000" cy="312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00000"/>
                <a:gridCol w="5200000"/>
              </a:tblGrid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사양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CPU 시리즈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Modicon M241 (TM241C24R / C24T / C40R / C40T / CE24T)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툴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EcoStruxure Machine Expert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언어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</a:rPr>
                        <a:t>IEC 61131-3 : ST (Structured Text) 지원 · LD · FBD · SFC · IL · CFC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메모리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64 MB RAM / 128 MB Flash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CPU 처리 속도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</a:rPr>
                        <a:t>[Schneider 기입 — 명령 처리 시간 등]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시리얼 통신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2CH (SL1: RS232/RS485, SL2: RS485)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Ethernet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TM241CE24T 내장 1CH (MCC)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프로그래밍 포트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USB mini-B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SD 카드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지원 — 소스코드 · 펌웨어 업/다운로드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I/O 확장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TM3 모듈 최대 7개 (TM3XTRA1 / TM3XREC1 버스 확장 시 최대 14개)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1F1F"/>
                          </a:solidFill>
                        </a:rPr>
                        <a:t>선급 인증</a:t>
                      </a:r>
                    </a:p>
                  </a:txBody>
                  <a:tcPr marL="30000" marR="30000" marT="15000" marB="15000" anchor="ctr">
                    <a:solidFill>
                      <a:srgbClr val="C9D3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1F1F"/>
                          </a:solidFill>
                        </a:rPr>
                        <a:t>LR, ABS, DNV-GL, KR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PU 범례"/>
          <p:cNvSpPr txBox="1"/>
          <p:nvPr/>
        </p:nvSpPr>
        <p:spPr>
          <a:xfrm>
            <a:off x="1100000" y="4060000"/>
            <a:ext cx="690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E2F0D9"/>
                </a:solidFill>
              </a:rPr>
              <a:t>빨간 글씨 = RFQ 요청 항목 (ST 언어 지원 명시, CPU 처리 속도는 Schneider 확인 후 기입)</a:t>
            </a:r>
          </a:p>
        </p:txBody>
      </p:sp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F350B-B7ED-0201-7917-A5A317C4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C414182D-66A2-6FF0-9428-4EE1A070747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©2026 Schneider Electric. All Rights Reserved.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6B99FC5-FCE9-3E4B-3F59-CC06918E1B0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ea typeface="Zalando Sans Medium" pitchFamily="2" charset="77"/>
              </a:rPr>
              <a:t>|</a:t>
            </a:r>
            <a:r>
              <a:rPr lang="en-US"/>
              <a:t> Page </a:t>
            </a:r>
            <a:fld id="{5A9C12DC-491F-9444-86A2-13AC5C62A2F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221A24C9-1286-D0F1-9047-3BE19E9EA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수정 사항 (R3.1 대비)</a:t>
            </a:r>
            <a:endParaRPr lang="ja-JP" altLang="en-US" dirty="0"/>
          </a:p>
        </p:txBody>
      </p:sp>
      <p:graphicFrame>
        <p:nvGraphicFramePr>
          <p:cNvPr id="14" name="수정 사항 표"/>
          <p:cNvGraphicFramePr>
            <a:graphicFrameLocks noGrp="1"/>
          </p:cNvGraphicFramePr>
          <p:nvPr/>
        </p:nvGraphicFramePr>
        <p:xfrm>
          <a:off x="450000" y="900000"/>
          <a:ext cx="8250000" cy="324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0000"/>
                <a:gridCol w="1050000"/>
                <a:gridCol w="4650000"/>
                <a:gridCol w="2100000"/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No.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페이지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수정 내용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근거 (RFQ)</a:t>
                      </a:r>
                    </a:p>
                  </a:txBody>
                  <a:tcPr marL="30000" marR="30000" marT="15000" marB="15000" anchor="ctr">
                    <a:solidFill>
                      <a:srgbClr val="0070C0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MCC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출력 TR → Relay (TM3DQ16T·DQ8T → TM3DQ16R × 4), CPU 내장 TR 출력 미사용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공통사항 5: MCC Relay Type Only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2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MCC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I/O를 현행 점수로: DI 64 → 110, DO 40 → 64 (Relay), AO 2 → 4  ·  CPU TM241CE40T → TM241CE24T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기존 사양: MCC DI·DO·AO 현행 유지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3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MCC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TM3 모듈 11개 → TM3XTRA1 / TM3XREC1 버스 확장 추가, 구성 블록도·필수사항 표 추가, 'TM3DI18' 오기 삭제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제출서류 1: 구성도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4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ANU-S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필수사항 DI 6 → 3, DO 12 → 5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기존 사양: ANU-S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5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세부 내용 표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이미지 → 편집 가능한 표, ANU-S 치수 수정, MCC 열 갱신, Benefit 프로젝트명 수정 (PDE → MCC)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제출서류 2: Table1</a:t>
                      </a:r>
                    </a:p>
                  </a:txBody>
                  <a:tcPr marL="30000" marR="30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6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CPU 사양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F1F1F"/>
                          </a:solidFill>
                        </a:rPr>
                        <a:t>신규: ST 언어 지원 명시, CPU 사양 정리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공통사항 3, 제출서류 4</a:t>
                      </a:r>
                    </a:p>
                  </a:txBody>
                  <a:tcPr marL="30000" marR="30000" marT="15000" marB="15000" anchor="ctr">
                    <a:solidFill>
                      <a:srgbClr val="E9EDF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7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F1F1F"/>
                          </a:solidFill>
                        </a:rPr>
                        <a:t>미결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C00000"/>
                          </a:solidFill>
                        </a:rPr>
                        <a:t>제안 가격 (2027년 기준), CPU 처리 속도, MCC 치수·무게, 외형도 CAD, 구체 Reference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F1F1F"/>
                          </a:solidFill>
                        </a:rPr>
                        <a:t>공통사항 7·8, 제출서류 3·4</a:t>
                      </a:r>
                    </a:p>
                  </a:txBody>
                  <a:tcPr marL="30000" marR="30000" marT="15000" marB="15000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5356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628D0-720E-6E66-07DB-BA9590000F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511175"/>
            <a:ext cx="8229600" cy="511175"/>
          </a:xfrm>
        </p:spPr>
        <p:txBody>
          <a:bodyPr/>
          <a:lstStyle/>
          <a:p>
            <a:pPr rtl="0" eaLnBrk="1" latinLnBrk="0" hangingPunct="1"/>
            <a:r>
              <a:rPr lang="en-US" sz="1600" b="1" kern="1200">
                <a:solidFill>
                  <a:srgbClr val="3CCD58"/>
                </a:solidFill>
                <a:effectLst/>
                <a:ea typeface="+mn-ea"/>
                <a:cs typeface="+mn-cs"/>
              </a:rPr>
              <a:t>CLOSING SLIDE – </a:t>
            </a:r>
            <a:r>
              <a:rPr lang="en-US" sz="1600" kern="1200">
                <a:solidFill>
                  <a:srgbClr val="3CCD58"/>
                </a:solidFill>
                <a:effectLst/>
                <a:ea typeface="+mn-ea"/>
                <a:cs typeface="+mn-cs"/>
              </a:rPr>
              <a:t>Please keep this this slide in final presentation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65089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algn="l"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7DFC91E1-19F3-4AB8-98B8-048B0E215F85}"/>
    </a:ext>
  </a:extLst>
</a:theme>
</file>

<file path=ppt/theme/theme2.xml><?xml version="1.0" encoding="utf-8"?>
<a:theme xmlns:a="http://schemas.openxmlformats.org/drawingml/2006/main" name="Light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16F3A3A5-BCAE-4840-921B-73C54AE406E1}"/>
    </a:ext>
  </a:extLst>
</a:theme>
</file>

<file path=ppt/theme/theme3.xml><?xml version="1.0" encoding="utf-8"?>
<a:theme xmlns:a="http://schemas.openxmlformats.org/drawingml/2006/main" name="Dark green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5092FD39-48E4-4B4F-BB1A-5501FDDF9EFA}"/>
    </a:ext>
  </a:extLst>
</a:theme>
</file>

<file path=ppt/theme/theme4.xml><?xml version="1.0" encoding="utf-8"?>
<a:theme xmlns:a="http://schemas.openxmlformats.org/drawingml/2006/main" name="Gradient content slides">
  <a:themeElements>
    <a:clrScheme name="Advancing Energy Tech color palette 2">
      <a:dk1>
        <a:srgbClr val="0A2F24"/>
      </a:dk1>
      <a:lt1>
        <a:srgbClr val="FFFFFF"/>
      </a:lt1>
      <a:dk2>
        <a:srgbClr val="3DCD58"/>
      </a:dk2>
      <a:lt2>
        <a:srgbClr val="009530"/>
      </a:lt2>
      <a:accent1>
        <a:srgbClr val="5EFF59"/>
      </a:accent1>
      <a:accent2>
        <a:srgbClr val="FFCE00"/>
      </a:accent2>
      <a:accent3>
        <a:srgbClr val="2040FF"/>
      </a:accent3>
      <a:accent4>
        <a:srgbClr val="24F0FF"/>
      </a:accent4>
      <a:accent5>
        <a:srgbClr val="E7FFD9"/>
      </a:accent5>
      <a:accent6>
        <a:srgbClr val="EB0049"/>
      </a:accent6>
      <a:hlink>
        <a:srgbClr val="2040FF"/>
      </a:hlink>
      <a:folHlink>
        <a:srgbClr val="00F4F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4F5156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wrap="non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875BAB13-6F8D-4B80-B6B9-14981B9928F9}" vid="{216A6587-9127-41DC-A935-80A8E1E54F9C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389E82DC8ECA4DA9F4E837DF130057" ma:contentTypeVersion="6" ma:contentTypeDescription="Create a new document." ma:contentTypeScope="" ma:versionID="5035ae27c94b8289494ccc36324e7b38">
  <xsd:schema xmlns:xsd="http://www.w3.org/2001/XMLSchema" xmlns:xs="http://www.w3.org/2001/XMLSchema" xmlns:p="http://schemas.microsoft.com/office/2006/metadata/properties" xmlns:ns2="04b29720-357a-4de4-9fee-a16a0f9910b2" xmlns:ns3="31198d94-12b3-4b9f-84af-c511cbd37550" targetNamespace="http://schemas.microsoft.com/office/2006/metadata/properties" ma:root="true" ma:fieldsID="69827b7da33b64465d8c249576c76218" ns2:_="" ns3:_="">
    <xsd:import namespace="04b29720-357a-4de4-9fee-a16a0f9910b2"/>
    <xsd:import namespace="31198d94-12b3-4b9f-84af-c511cbd3755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b29720-357a-4de4-9fee-a16a0f9910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98d94-12b3-4b9f-84af-c511cbd3755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661C0-8723-4882-8F1C-AB3DCF5F20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CF00BF-0DF2-4ACD-BF59-54E296D2E59C}">
  <ds:schemaRefs>
    <ds:schemaRef ds:uri="http://schemas.microsoft.com/office/infopath/2007/PartnerControls"/>
    <ds:schemaRef ds:uri="http://www.w3.org/XML/1998/namespace"/>
    <ds:schemaRef ds:uri="0b0b5cd7-2237-487b-b117-8ea44bceea30"/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aaaddd46-41cd-46fc-be13-f23289cc0a96"/>
    <ds:schemaRef ds:uri="http://schemas.microsoft.com/sharepoint/v3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C5E136E-257F-44FB-B12E-50320B5519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b29720-357a-4de4-9fee-a16a0f9910b2"/>
    <ds:schemaRef ds:uri="31198d94-12b3-4b9f-84af-c511cbd3755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SE Global Template</Template>
  <TotalTime>125</TotalTime>
  <Words>271</Words>
  <Application>Microsoft Office PowerPoint</Application>
  <PresentationFormat>화면 슬라이드 쇼(16:9)</PresentationFormat>
  <Paragraphs>156</Paragraphs>
  <Slides>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9</vt:i4>
      </vt:variant>
    </vt:vector>
  </HeadingPairs>
  <TitlesOfParts>
    <vt:vector size="21" baseType="lpstr">
      <vt:lpstr>Lucida Grande</vt:lpstr>
      <vt:lpstr>Zalando Sans</vt:lpstr>
      <vt:lpstr>Zalando Sans Medium</vt:lpstr>
      <vt:lpstr>맑은 고딕</vt:lpstr>
      <vt:lpstr>Aptos</vt:lpstr>
      <vt:lpstr>Arial</vt:lpstr>
      <vt:lpstr>Calibri</vt:lpstr>
      <vt:lpstr>Poppins</vt:lpstr>
      <vt:lpstr>White content slides</vt:lpstr>
      <vt:lpstr>Light green content slides</vt:lpstr>
      <vt:lpstr>Dark green content slides</vt:lpstr>
      <vt:lpstr>Gradient content slides</vt:lpstr>
      <vt:lpstr>PLC Configuration for Techross</vt:lpstr>
      <vt:lpstr>각 Project PLC 구성도 </vt:lpstr>
      <vt:lpstr>TSU</vt:lpstr>
      <vt:lpstr>ANU</vt:lpstr>
      <vt:lpstr>ANU-S</vt:lpstr>
      <vt:lpstr>MCC</vt:lpstr>
      <vt:lpstr>각 Project PLC 세부내용 표</vt:lpstr>
      <vt:lpstr>PLC 세부 내용 표</vt:lpstr>
      <vt:lpstr>CLOSING SLIDE – Please keep this this slide in final presentation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Sun-Cheol LEE</dc:creator>
  <cp:lastModifiedBy>Sun-Cheol LEE</cp:lastModifiedBy>
  <cp:revision>5</cp:revision>
  <dcterms:created xsi:type="dcterms:W3CDTF">2026-08-27T10:14:28Z</dcterms:created>
  <dcterms:modified xsi:type="dcterms:W3CDTF">2026-09-18T09:16:03Z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0x0101007F389E82DC8ECA4DA9F4E837DF130057</vt:lpwstr>
  </property>
  <property fmtid="{D5CDD505-2E9C-101B-9397-08002B2CF9AE}" pid="3" name="MediaServiceImageTags">
    <vt:lpwstr/>
  </property>
  <property fmtid="{D5CDD505-2E9C-101B-9397-08002B2CF9AE}" pid="4" name="_dlc_DocIdItemGuid">
    <vt:lpwstr>11bf3b14-efb8-474b-bab4-07f9a83906ee</vt:lpwstr>
  </property>
  <property fmtid="{D5CDD505-2E9C-101B-9397-08002B2CF9AE}" pid="5" name="ClassificationContentMarkingFooterLocations">
    <vt:lpwstr>White content slides:4\Light green content slides:4\Dark green content slides:4\Gradient content slides:9</vt:lpwstr>
  </property>
  <property fmtid="{D5CDD505-2E9C-101B-9397-08002B2CF9AE}" pid="6" name="ClassificationContentMarkingFooterText">
    <vt:lpwstr>Public</vt:lpwstr>
  </property>
</Properties>
</file>